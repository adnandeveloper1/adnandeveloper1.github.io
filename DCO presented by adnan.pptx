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59" r:id="rId7"/>
    <p:sldId id="260" r:id="rId8"/>
    <p:sldId id="264" r:id="rId9"/>
    <p:sldId id="265" r:id="rId10"/>
    <p:sldId id="268" r:id="rId11"/>
    <p:sldId id="262" r:id="rId12"/>
  </p:sldIdLst>
  <p:sldSz cx="11747500" cy="6623050"/>
  <p:notesSz cx="11747500" cy="66230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ptop inn" initials="li" lastIdx="1" clrIdx="0">
    <p:extLst>
      <p:ext uri="{19B8F6BF-5375-455C-9EA6-DF929625EA0E}">
        <p15:presenceInfo xmlns:p15="http://schemas.microsoft.com/office/powerpoint/2012/main" userId="ddd170f451fc5e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09E"/>
    <a:srgbClr val="4241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78" autoAdjust="0"/>
  </p:normalViewPr>
  <p:slideViewPr>
    <p:cSldViewPr>
      <p:cViewPr varScale="1">
        <p:scale>
          <a:sx n="93" d="100"/>
          <a:sy n="93" d="100"/>
        </p:scale>
        <p:origin x="403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F88F05-48D1-4CCD-A46D-A46C7BFFD0A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276419-7A05-47FC-AFBF-816EAC519979}">
      <dgm:prSet custT="1"/>
      <dgm:spPr/>
      <dgm:t>
        <a:bodyPr/>
        <a:lstStyle/>
        <a:p>
          <a:r>
            <a:rPr lang="en-US" sz="1600" dirty="0" smtClean="0"/>
            <a:t>Delays in service delivery due to Un-Supervision</a:t>
          </a:r>
          <a:endParaRPr lang="en-US" sz="1600" dirty="0"/>
        </a:p>
      </dgm:t>
    </dgm:pt>
    <dgm:pt modelId="{A9D429B6-653E-4D5B-B265-6280843CDBBA}" type="parTrans" cxnId="{5009E177-240E-45C8-8661-B9F81C35BAAA}">
      <dgm:prSet/>
      <dgm:spPr/>
      <dgm:t>
        <a:bodyPr/>
        <a:lstStyle/>
        <a:p>
          <a:endParaRPr lang="en-US"/>
        </a:p>
      </dgm:t>
    </dgm:pt>
    <dgm:pt modelId="{8172C9D2-5586-41DE-8902-C504139CA57C}" type="sibTrans" cxnId="{5009E177-240E-45C8-8661-B9F81C35BAAA}">
      <dgm:prSet/>
      <dgm:spPr/>
      <dgm:t>
        <a:bodyPr/>
        <a:lstStyle/>
        <a:p>
          <a:endParaRPr lang="en-US"/>
        </a:p>
      </dgm:t>
    </dgm:pt>
    <dgm:pt modelId="{E868E6EA-DB91-4808-A248-DC4503B12D87}">
      <dgm:prSet custT="1"/>
      <dgm:spPr/>
      <dgm:t>
        <a:bodyPr/>
        <a:lstStyle/>
        <a:p>
          <a:r>
            <a:rPr lang="en-US" sz="1600" dirty="0" smtClean="0"/>
            <a:t>Lack of transparncy &amp; Monitoring</a:t>
          </a:r>
          <a:endParaRPr lang="en-US" sz="1200" dirty="0"/>
        </a:p>
      </dgm:t>
    </dgm:pt>
    <dgm:pt modelId="{143F4BE7-2103-4B1A-9950-E596160BC0B6}" type="parTrans" cxnId="{1B6950F2-4CBF-4D2C-8E37-3A163CC05631}">
      <dgm:prSet/>
      <dgm:spPr/>
      <dgm:t>
        <a:bodyPr/>
        <a:lstStyle/>
        <a:p>
          <a:endParaRPr lang="en-US"/>
        </a:p>
      </dgm:t>
    </dgm:pt>
    <dgm:pt modelId="{2C67F730-F584-4E3F-ABA1-34C7ADEB6D06}" type="sibTrans" cxnId="{1B6950F2-4CBF-4D2C-8E37-3A163CC05631}">
      <dgm:prSet/>
      <dgm:spPr/>
      <dgm:t>
        <a:bodyPr/>
        <a:lstStyle/>
        <a:p>
          <a:endParaRPr lang="en-US"/>
        </a:p>
      </dgm:t>
    </dgm:pt>
    <dgm:pt modelId="{DD2D0F7E-936B-4ACC-8169-1FD2AE9E49A5}">
      <dgm:prSet custT="1"/>
      <dgm:spPr/>
      <dgm:t>
        <a:bodyPr/>
        <a:lstStyle/>
        <a:p>
          <a:r>
            <a:rPr lang="en-US" sz="1600" dirty="0" smtClean="0"/>
            <a:t>Problems for citizens to get Services in rural areas.</a:t>
          </a:r>
          <a:endParaRPr lang="en-US" sz="1600" dirty="0"/>
        </a:p>
      </dgm:t>
    </dgm:pt>
    <dgm:pt modelId="{993C3EE1-763B-4A31-9296-5CE0D9F3D053}" type="parTrans" cxnId="{0E053296-5E80-4AA6-B486-A589179D5300}">
      <dgm:prSet/>
      <dgm:spPr/>
      <dgm:t>
        <a:bodyPr/>
        <a:lstStyle/>
        <a:p>
          <a:endParaRPr lang="en-US"/>
        </a:p>
      </dgm:t>
    </dgm:pt>
    <dgm:pt modelId="{0A7AE6A0-54CC-433F-891E-39F448277AA4}" type="sibTrans" cxnId="{0E053296-5E80-4AA6-B486-A589179D5300}">
      <dgm:prSet/>
      <dgm:spPr/>
      <dgm:t>
        <a:bodyPr/>
        <a:lstStyle/>
        <a:p>
          <a:endParaRPr lang="en-US"/>
        </a:p>
      </dgm:t>
    </dgm:pt>
    <dgm:pt modelId="{AFB330B6-9004-48F9-9CD1-2693E9518C9F}">
      <dgm:prSet custT="1"/>
      <dgm:spPr/>
      <dgm:t>
        <a:bodyPr/>
        <a:lstStyle/>
        <a:p>
          <a:r>
            <a:rPr lang="en-US" sz="1600" dirty="0" smtClean="0"/>
            <a:t>Inefficient Manual processes for Keeping Records of Services</a:t>
          </a:r>
          <a:endParaRPr lang="en-US" sz="1600" dirty="0"/>
        </a:p>
      </dgm:t>
    </dgm:pt>
    <dgm:pt modelId="{A87E43C0-BDB2-4855-BFD1-97740EF1FEBA}" type="parTrans" cxnId="{4895E9CF-3C5F-465F-866B-F10971AA91E8}">
      <dgm:prSet/>
      <dgm:spPr/>
      <dgm:t>
        <a:bodyPr/>
        <a:lstStyle/>
        <a:p>
          <a:endParaRPr lang="en-US"/>
        </a:p>
      </dgm:t>
    </dgm:pt>
    <dgm:pt modelId="{43157F28-8B78-4D70-AE7C-258F18EF593C}" type="sibTrans" cxnId="{4895E9CF-3C5F-465F-866B-F10971AA91E8}">
      <dgm:prSet/>
      <dgm:spPr/>
      <dgm:t>
        <a:bodyPr/>
        <a:lstStyle/>
        <a:p>
          <a:endParaRPr lang="en-US"/>
        </a:p>
      </dgm:t>
    </dgm:pt>
    <dgm:pt modelId="{134CB635-644C-4F97-AD99-0C79D0B78EF9}" type="pres">
      <dgm:prSet presAssocID="{78F88F05-48D1-4CCD-A46D-A46C7BFFD0A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E12032-EADC-423E-B05C-1CB009A4C642}" type="pres">
      <dgm:prSet presAssocID="{31276419-7A05-47FC-AFBF-816EAC51997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65FC84-8509-4A48-9FB5-128F926AEFA9}" type="pres">
      <dgm:prSet presAssocID="{8172C9D2-5586-41DE-8902-C504139CA57C}" presName="sibTrans" presStyleLbl="sibTrans2D1" presStyleIdx="0" presStyleCnt="4"/>
      <dgm:spPr/>
      <dgm:t>
        <a:bodyPr/>
        <a:lstStyle/>
        <a:p>
          <a:endParaRPr lang="en-US"/>
        </a:p>
      </dgm:t>
    </dgm:pt>
    <dgm:pt modelId="{7CC6841A-780B-42E2-841B-B7E176405EB5}" type="pres">
      <dgm:prSet presAssocID="{8172C9D2-5586-41DE-8902-C504139CA57C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39C94B15-AD75-4D11-BB16-465FB8412B1A}" type="pres">
      <dgm:prSet presAssocID="{E868E6EA-DB91-4808-A248-DC4503B12D8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A2BB5A-2E67-404A-A2C0-4E99A6644980}" type="pres">
      <dgm:prSet presAssocID="{2C67F730-F584-4E3F-ABA1-34C7ADEB6D06}" presName="sibTrans" presStyleLbl="sibTrans2D1" presStyleIdx="1" presStyleCnt="4"/>
      <dgm:spPr/>
      <dgm:t>
        <a:bodyPr/>
        <a:lstStyle/>
        <a:p>
          <a:endParaRPr lang="en-US"/>
        </a:p>
      </dgm:t>
    </dgm:pt>
    <dgm:pt modelId="{7225C5D1-2C53-4D95-91B3-0E1CCAE87230}" type="pres">
      <dgm:prSet presAssocID="{2C67F730-F584-4E3F-ABA1-34C7ADEB6D06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5A41B031-B295-4FA7-B039-CEB108C16057}" type="pres">
      <dgm:prSet presAssocID="{DD2D0F7E-936B-4ACC-8169-1FD2AE9E49A5}" presName="node" presStyleLbl="node1" presStyleIdx="2" presStyleCnt="4" custScaleX="108104" custScaleY="10819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F8CC88-5C87-4803-8739-D7D86EFC0BA5}" type="pres">
      <dgm:prSet presAssocID="{0A7AE6A0-54CC-433F-891E-39F448277AA4}" presName="sibTrans" presStyleLbl="sibTrans2D1" presStyleIdx="2" presStyleCnt="4"/>
      <dgm:spPr/>
      <dgm:t>
        <a:bodyPr/>
        <a:lstStyle/>
        <a:p>
          <a:endParaRPr lang="en-US"/>
        </a:p>
      </dgm:t>
    </dgm:pt>
    <dgm:pt modelId="{BA603D1E-3FD4-48C9-830F-01B350DF9FEC}" type="pres">
      <dgm:prSet presAssocID="{0A7AE6A0-54CC-433F-891E-39F448277AA4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4AB2C6F4-E3D4-4F6E-A5F4-54AE1838BBED}" type="pres">
      <dgm:prSet presAssocID="{AFB330B6-9004-48F9-9CD1-2693E9518C9F}" presName="node" presStyleLbl="node1" presStyleIdx="3" presStyleCnt="4" custScaleX="112544" custScaleY="11002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FE9DAC-B28A-4175-BF17-2D23AF96022D}" type="pres">
      <dgm:prSet presAssocID="{43157F28-8B78-4D70-AE7C-258F18EF593C}" presName="sibTrans" presStyleLbl="sibTrans2D1" presStyleIdx="3" presStyleCnt="4"/>
      <dgm:spPr/>
      <dgm:t>
        <a:bodyPr/>
        <a:lstStyle/>
        <a:p>
          <a:endParaRPr lang="en-US"/>
        </a:p>
      </dgm:t>
    </dgm:pt>
    <dgm:pt modelId="{D03E534A-FD5B-4380-9031-9A242FAB56F3}" type="pres">
      <dgm:prSet presAssocID="{43157F28-8B78-4D70-AE7C-258F18EF593C}" presName="connectorText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0E053296-5E80-4AA6-B486-A589179D5300}" srcId="{78F88F05-48D1-4CCD-A46D-A46C7BFFD0A6}" destId="{DD2D0F7E-936B-4ACC-8169-1FD2AE9E49A5}" srcOrd="2" destOrd="0" parTransId="{993C3EE1-763B-4A31-9296-5CE0D9F3D053}" sibTransId="{0A7AE6A0-54CC-433F-891E-39F448277AA4}"/>
    <dgm:cxn modelId="{2AF9E15D-AD6F-4995-8BC0-A3209E1701AC}" type="presOf" srcId="{DD2D0F7E-936B-4ACC-8169-1FD2AE9E49A5}" destId="{5A41B031-B295-4FA7-B039-CEB108C16057}" srcOrd="0" destOrd="0" presId="urn:microsoft.com/office/officeart/2005/8/layout/cycle2"/>
    <dgm:cxn modelId="{D8DBE6F1-1429-4F47-8ACD-7DBDF6FDAF9D}" type="presOf" srcId="{AFB330B6-9004-48F9-9CD1-2693E9518C9F}" destId="{4AB2C6F4-E3D4-4F6E-A5F4-54AE1838BBED}" srcOrd="0" destOrd="0" presId="urn:microsoft.com/office/officeart/2005/8/layout/cycle2"/>
    <dgm:cxn modelId="{8ABCE655-C3C5-448F-994B-5934EB963390}" type="presOf" srcId="{2C67F730-F584-4E3F-ABA1-34C7ADEB6D06}" destId="{7225C5D1-2C53-4D95-91B3-0E1CCAE87230}" srcOrd="1" destOrd="0" presId="urn:microsoft.com/office/officeart/2005/8/layout/cycle2"/>
    <dgm:cxn modelId="{2CCF8D9E-3D82-4207-9F75-FF16FC1E7FF5}" type="presOf" srcId="{0A7AE6A0-54CC-433F-891E-39F448277AA4}" destId="{EBF8CC88-5C87-4803-8739-D7D86EFC0BA5}" srcOrd="0" destOrd="0" presId="urn:microsoft.com/office/officeart/2005/8/layout/cycle2"/>
    <dgm:cxn modelId="{9FC46AEB-6E42-4C83-99CB-693A4B4D5409}" type="presOf" srcId="{E868E6EA-DB91-4808-A248-DC4503B12D87}" destId="{39C94B15-AD75-4D11-BB16-465FB8412B1A}" srcOrd="0" destOrd="0" presId="urn:microsoft.com/office/officeart/2005/8/layout/cycle2"/>
    <dgm:cxn modelId="{4F2C94A0-47F5-4FFD-8DAD-7882C8AE574F}" type="presOf" srcId="{8172C9D2-5586-41DE-8902-C504139CA57C}" destId="{7CC6841A-780B-42E2-841B-B7E176405EB5}" srcOrd="1" destOrd="0" presId="urn:microsoft.com/office/officeart/2005/8/layout/cycle2"/>
    <dgm:cxn modelId="{545FC029-576C-46C5-BE89-A3C9672E72F7}" type="presOf" srcId="{43157F28-8B78-4D70-AE7C-258F18EF593C}" destId="{D03E534A-FD5B-4380-9031-9A242FAB56F3}" srcOrd="1" destOrd="0" presId="urn:microsoft.com/office/officeart/2005/8/layout/cycle2"/>
    <dgm:cxn modelId="{5009E177-240E-45C8-8661-B9F81C35BAAA}" srcId="{78F88F05-48D1-4CCD-A46D-A46C7BFFD0A6}" destId="{31276419-7A05-47FC-AFBF-816EAC519979}" srcOrd="0" destOrd="0" parTransId="{A9D429B6-653E-4D5B-B265-6280843CDBBA}" sibTransId="{8172C9D2-5586-41DE-8902-C504139CA57C}"/>
    <dgm:cxn modelId="{4895E9CF-3C5F-465F-866B-F10971AA91E8}" srcId="{78F88F05-48D1-4CCD-A46D-A46C7BFFD0A6}" destId="{AFB330B6-9004-48F9-9CD1-2693E9518C9F}" srcOrd="3" destOrd="0" parTransId="{A87E43C0-BDB2-4855-BFD1-97740EF1FEBA}" sibTransId="{43157F28-8B78-4D70-AE7C-258F18EF593C}"/>
    <dgm:cxn modelId="{F87D81D6-B3CE-458C-A2B1-96800930A676}" type="presOf" srcId="{78F88F05-48D1-4CCD-A46D-A46C7BFFD0A6}" destId="{134CB635-644C-4F97-AD99-0C79D0B78EF9}" srcOrd="0" destOrd="0" presId="urn:microsoft.com/office/officeart/2005/8/layout/cycle2"/>
    <dgm:cxn modelId="{96C4043C-AF12-459A-BAC5-8123AF852723}" type="presOf" srcId="{31276419-7A05-47FC-AFBF-816EAC519979}" destId="{EBE12032-EADC-423E-B05C-1CB009A4C642}" srcOrd="0" destOrd="0" presId="urn:microsoft.com/office/officeart/2005/8/layout/cycle2"/>
    <dgm:cxn modelId="{1905643D-A506-4846-A6DC-39A54FA496F8}" type="presOf" srcId="{2C67F730-F584-4E3F-ABA1-34C7ADEB6D06}" destId="{1CA2BB5A-2E67-404A-A2C0-4E99A6644980}" srcOrd="0" destOrd="0" presId="urn:microsoft.com/office/officeart/2005/8/layout/cycle2"/>
    <dgm:cxn modelId="{F8A25E2E-2901-4E5E-BCEF-F21F0E029177}" type="presOf" srcId="{43157F28-8B78-4D70-AE7C-258F18EF593C}" destId="{62FE9DAC-B28A-4175-BF17-2D23AF96022D}" srcOrd="0" destOrd="0" presId="urn:microsoft.com/office/officeart/2005/8/layout/cycle2"/>
    <dgm:cxn modelId="{1B6950F2-4CBF-4D2C-8E37-3A163CC05631}" srcId="{78F88F05-48D1-4CCD-A46D-A46C7BFFD0A6}" destId="{E868E6EA-DB91-4808-A248-DC4503B12D87}" srcOrd="1" destOrd="0" parTransId="{143F4BE7-2103-4B1A-9950-E596160BC0B6}" sibTransId="{2C67F730-F584-4E3F-ABA1-34C7ADEB6D06}"/>
    <dgm:cxn modelId="{DA7B91C6-19EC-4ECB-814B-3EF2C07482A7}" type="presOf" srcId="{8172C9D2-5586-41DE-8902-C504139CA57C}" destId="{8E65FC84-8509-4A48-9FB5-128F926AEFA9}" srcOrd="0" destOrd="0" presId="urn:microsoft.com/office/officeart/2005/8/layout/cycle2"/>
    <dgm:cxn modelId="{260D4604-2B69-4D59-A3AB-3CB0CB1499AA}" type="presOf" srcId="{0A7AE6A0-54CC-433F-891E-39F448277AA4}" destId="{BA603D1E-3FD4-48C9-830F-01B350DF9FEC}" srcOrd="1" destOrd="0" presId="urn:microsoft.com/office/officeart/2005/8/layout/cycle2"/>
    <dgm:cxn modelId="{52CDCE5E-B07C-45BB-9B57-78AAC2236D52}" type="presParOf" srcId="{134CB635-644C-4F97-AD99-0C79D0B78EF9}" destId="{EBE12032-EADC-423E-B05C-1CB009A4C642}" srcOrd="0" destOrd="0" presId="urn:microsoft.com/office/officeart/2005/8/layout/cycle2"/>
    <dgm:cxn modelId="{D198BDCF-738F-40C5-B24B-DCA5984DCADD}" type="presParOf" srcId="{134CB635-644C-4F97-AD99-0C79D0B78EF9}" destId="{8E65FC84-8509-4A48-9FB5-128F926AEFA9}" srcOrd="1" destOrd="0" presId="urn:microsoft.com/office/officeart/2005/8/layout/cycle2"/>
    <dgm:cxn modelId="{A445781C-C98F-4D73-B968-CEC3B6922A4C}" type="presParOf" srcId="{8E65FC84-8509-4A48-9FB5-128F926AEFA9}" destId="{7CC6841A-780B-42E2-841B-B7E176405EB5}" srcOrd="0" destOrd="0" presId="urn:microsoft.com/office/officeart/2005/8/layout/cycle2"/>
    <dgm:cxn modelId="{0D77A837-1D7F-4D20-90CB-D9946C38CFEF}" type="presParOf" srcId="{134CB635-644C-4F97-AD99-0C79D0B78EF9}" destId="{39C94B15-AD75-4D11-BB16-465FB8412B1A}" srcOrd="2" destOrd="0" presId="urn:microsoft.com/office/officeart/2005/8/layout/cycle2"/>
    <dgm:cxn modelId="{E96031D4-3CCB-40A5-A003-6BAF89935512}" type="presParOf" srcId="{134CB635-644C-4F97-AD99-0C79D0B78EF9}" destId="{1CA2BB5A-2E67-404A-A2C0-4E99A6644980}" srcOrd="3" destOrd="0" presId="urn:microsoft.com/office/officeart/2005/8/layout/cycle2"/>
    <dgm:cxn modelId="{22B95480-683E-4CA0-9B9A-09FAE6A5C5A9}" type="presParOf" srcId="{1CA2BB5A-2E67-404A-A2C0-4E99A6644980}" destId="{7225C5D1-2C53-4D95-91B3-0E1CCAE87230}" srcOrd="0" destOrd="0" presId="urn:microsoft.com/office/officeart/2005/8/layout/cycle2"/>
    <dgm:cxn modelId="{72AC67DB-2087-4028-B3DC-F408C9B5C6C4}" type="presParOf" srcId="{134CB635-644C-4F97-AD99-0C79D0B78EF9}" destId="{5A41B031-B295-4FA7-B039-CEB108C16057}" srcOrd="4" destOrd="0" presId="urn:microsoft.com/office/officeart/2005/8/layout/cycle2"/>
    <dgm:cxn modelId="{04F8C9CF-51F6-46C0-85B2-5A4CC2EA97FE}" type="presParOf" srcId="{134CB635-644C-4F97-AD99-0C79D0B78EF9}" destId="{EBF8CC88-5C87-4803-8739-D7D86EFC0BA5}" srcOrd="5" destOrd="0" presId="urn:microsoft.com/office/officeart/2005/8/layout/cycle2"/>
    <dgm:cxn modelId="{739D83D1-2982-431B-A96D-8A880672FC66}" type="presParOf" srcId="{EBF8CC88-5C87-4803-8739-D7D86EFC0BA5}" destId="{BA603D1E-3FD4-48C9-830F-01B350DF9FEC}" srcOrd="0" destOrd="0" presId="urn:microsoft.com/office/officeart/2005/8/layout/cycle2"/>
    <dgm:cxn modelId="{599DF570-9C7B-4EBB-BE43-1F0A022FFED8}" type="presParOf" srcId="{134CB635-644C-4F97-AD99-0C79D0B78EF9}" destId="{4AB2C6F4-E3D4-4F6E-A5F4-54AE1838BBED}" srcOrd="6" destOrd="0" presId="urn:microsoft.com/office/officeart/2005/8/layout/cycle2"/>
    <dgm:cxn modelId="{2D974E4B-4239-4828-88FB-4A466E741470}" type="presParOf" srcId="{134CB635-644C-4F97-AD99-0C79D0B78EF9}" destId="{62FE9DAC-B28A-4175-BF17-2D23AF96022D}" srcOrd="7" destOrd="0" presId="urn:microsoft.com/office/officeart/2005/8/layout/cycle2"/>
    <dgm:cxn modelId="{6FB70C83-21F0-46C4-94D4-A3629AC04CDB}" type="presParOf" srcId="{62FE9DAC-B28A-4175-BF17-2D23AF96022D}" destId="{D03E534A-FD5B-4380-9031-9A242FAB56F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38DA22-6D90-441B-82F8-CF173B0CA343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DBDA13-CA2E-4C5A-A0C6-9E75F51E1262}">
      <dgm:prSet/>
      <dgm:spPr/>
      <dgm:t>
        <a:bodyPr/>
        <a:lstStyle/>
        <a:p>
          <a:r>
            <a:rPr lang="en-US" b="1" smtClean="0"/>
            <a:t>Mobile Application:</a:t>
          </a:r>
          <a:r>
            <a:rPr lang="en-US" smtClean="0"/>
            <a:t> For citizens to access services.</a:t>
          </a:r>
          <a:endParaRPr lang="en-US"/>
        </a:p>
      </dgm:t>
    </dgm:pt>
    <dgm:pt modelId="{0C9774C3-44DA-46C8-93C6-2E7E14B30DEB}" type="parTrans" cxnId="{4F8F768C-7911-4199-ABEE-628E3A747993}">
      <dgm:prSet/>
      <dgm:spPr/>
      <dgm:t>
        <a:bodyPr/>
        <a:lstStyle/>
        <a:p>
          <a:endParaRPr lang="en-US"/>
        </a:p>
      </dgm:t>
    </dgm:pt>
    <dgm:pt modelId="{0586468A-01BE-4227-9880-041F2F8C4789}" type="sibTrans" cxnId="{4F8F768C-7911-4199-ABEE-628E3A747993}">
      <dgm:prSet/>
      <dgm:spPr/>
      <dgm:t>
        <a:bodyPr/>
        <a:lstStyle/>
        <a:p>
          <a:endParaRPr lang="en-US"/>
        </a:p>
      </dgm:t>
    </dgm:pt>
    <dgm:pt modelId="{BD1F65C3-FBA7-4562-A4C1-36F176B04D08}">
      <dgm:prSet/>
      <dgm:spPr/>
      <dgm:t>
        <a:bodyPr/>
        <a:lstStyle/>
        <a:p>
          <a:r>
            <a:rPr lang="en-US" b="1" dirty="0" smtClean="0"/>
            <a:t>Department Head Panel:</a:t>
          </a:r>
          <a:r>
            <a:rPr lang="en-US" dirty="0" smtClean="0"/>
            <a:t> For department-wise monitoring.</a:t>
          </a:r>
          <a:endParaRPr lang="en-US" dirty="0"/>
        </a:p>
      </dgm:t>
    </dgm:pt>
    <dgm:pt modelId="{DF81DB1D-1F6D-47CA-98B2-7231BB97065A}" type="parTrans" cxnId="{5C414C13-0977-49A9-9385-24CAB500EFE0}">
      <dgm:prSet/>
      <dgm:spPr/>
      <dgm:t>
        <a:bodyPr/>
        <a:lstStyle/>
        <a:p>
          <a:endParaRPr lang="en-US"/>
        </a:p>
      </dgm:t>
    </dgm:pt>
    <dgm:pt modelId="{5C621959-DA64-4803-9EFF-EFAAE6DF5C11}" type="sibTrans" cxnId="{5C414C13-0977-49A9-9385-24CAB500EFE0}">
      <dgm:prSet/>
      <dgm:spPr/>
      <dgm:t>
        <a:bodyPr/>
        <a:lstStyle/>
        <a:p>
          <a:endParaRPr lang="en-US"/>
        </a:p>
      </dgm:t>
    </dgm:pt>
    <dgm:pt modelId="{10CB6D7E-EEEF-4E89-B814-C72CC416B432}">
      <dgm:prSet/>
      <dgm:spPr/>
      <dgm:t>
        <a:bodyPr/>
        <a:lstStyle/>
        <a:p>
          <a:r>
            <a:rPr lang="en-US" b="1" smtClean="0"/>
            <a:t>District Admin Dashboard:</a:t>
          </a:r>
          <a:r>
            <a:rPr lang="en-US" smtClean="0"/>
            <a:t> For centralized oversight.</a:t>
          </a:r>
          <a:endParaRPr lang="en-US"/>
        </a:p>
      </dgm:t>
    </dgm:pt>
    <dgm:pt modelId="{D153EE65-5578-4B53-8A74-03FDB2B6A091}" type="parTrans" cxnId="{1F434158-C428-4686-BCE7-A35D676ED63C}">
      <dgm:prSet/>
      <dgm:spPr/>
      <dgm:t>
        <a:bodyPr/>
        <a:lstStyle/>
        <a:p>
          <a:endParaRPr lang="en-US"/>
        </a:p>
      </dgm:t>
    </dgm:pt>
    <dgm:pt modelId="{12A52E25-16B6-495A-B9D6-D9421A1B67D8}" type="sibTrans" cxnId="{1F434158-C428-4686-BCE7-A35D676ED63C}">
      <dgm:prSet/>
      <dgm:spPr/>
      <dgm:t>
        <a:bodyPr/>
        <a:lstStyle/>
        <a:p>
          <a:endParaRPr lang="en-US"/>
        </a:p>
      </dgm:t>
    </dgm:pt>
    <dgm:pt modelId="{E93710D7-FD45-4EC6-AD32-28F93E5D8EF9}" type="pres">
      <dgm:prSet presAssocID="{1038DA22-6D90-441B-82F8-CF173B0CA343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9EBFC8-5443-4CEA-8315-0A32A0DA2E1D}" type="pres">
      <dgm:prSet presAssocID="{1038DA22-6D90-441B-82F8-CF173B0CA343}" presName="cycle" presStyleCnt="0"/>
      <dgm:spPr/>
    </dgm:pt>
    <dgm:pt modelId="{DE1A77B8-7114-45BD-84AD-19222A9EB7B6}" type="pres">
      <dgm:prSet presAssocID="{1038DA22-6D90-441B-82F8-CF173B0CA343}" presName="centerShape" presStyleCnt="0"/>
      <dgm:spPr/>
    </dgm:pt>
    <dgm:pt modelId="{0CE03397-A08D-4603-A403-9EB595D94DB9}" type="pres">
      <dgm:prSet presAssocID="{1038DA22-6D90-441B-82F8-CF173B0CA343}" presName="connSite" presStyleLbl="node1" presStyleIdx="0" presStyleCnt="4"/>
      <dgm:spPr/>
    </dgm:pt>
    <dgm:pt modelId="{F3C2D837-74A8-4946-A242-4585CBD9D07A}" type="pres">
      <dgm:prSet presAssocID="{1038DA22-6D90-441B-82F8-CF173B0CA343}" presName="visible" presStyleLbl="node1" presStyleIdx="0" presStyleCnt="4" custScaleX="50378" custScaleY="47978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EC784B6-FFC3-4AAC-8A99-465DE67B4DA7}" type="pres">
      <dgm:prSet presAssocID="{0C9774C3-44DA-46C8-93C6-2E7E14B30DEB}" presName="Name25" presStyleLbl="parChTrans1D1" presStyleIdx="0" presStyleCnt="3"/>
      <dgm:spPr/>
      <dgm:t>
        <a:bodyPr/>
        <a:lstStyle/>
        <a:p>
          <a:endParaRPr lang="en-US"/>
        </a:p>
      </dgm:t>
    </dgm:pt>
    <dgm:pt modelId="{B3A76DC8-BBC7-43EF-A57D-53AD0727A4D4}" type="pres">
      <dgm:prSet presAssocID="{DBDBDA13-CA2E-4C5A-A0C6-9E75F51E1262}" presName="node" presStyleCnt="0"/>
      <dgm:spPr/>
    </dgm:pt>
    <dgm:pt modelId="{0CE3EB11-A8C0-47ED-BC31-1C0A9DD62777}" type="pres">
      <dgm:prSet presAssocID="{DBDBDA13-CA2E-4C5A-A0C6-9E75F51E1262}" presName="parentNode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6BE79E-05FB-41DE-8EBC-DA03B9718A62}" type="pres">
      <dgm:prSet presAssocID="{DBDBDA13-CA2E-4C5A-A0C6-9E75F51E1262}" presName="childNode" presStyleLbl="revTx" presStyleIdx="0" presStyleCnt="0">
        <dgm:presLayoutVars>
          <dgm:bulletEnabled val="1"/>
        </dgm:presLayoutVars>
      </dgm:prSet>
      <dgm:spPr/>
    </dgm:pt>
    <dgm:pt modelId="{E095B900-7563-45D4-AF0D-CD635F059868}" type="pres">
      <dgm:prSet presAssocID="{DF81DB1D-1F6D-47CA-98B2-7231BB97065A}" presName="Name25" presStyleLbl="parChTrans1D1" presStyleIdx="1" presStyleCnt="3"/>
      <dgm:spPr/>
      <dgm:t>
        <a:bodyPr/>
        <a:lstStyle/>
        <a:p>
          <a:endParaRPr lang="en-US"/>
        </a:p>
      </dgm:t>
    </dgm:pt>
    <dgm:pt modelId="{41B24C48-9C75-432C-BA09-9A1E8871CB33}" type="pres">
      <dgm:prSet presAssocID="{BD1F65C3-FBA7-4562-A4C1-36F176B04D08}" presName="node" presStyleCnt="0"/>
      <dgm:spPr/>
    </dgm:pt>
    <dgm:pt modelId="{9B7646FA-A18B-44E6-8504-FA845510EC25}" type="pres">
      <dgm:prSet presAssocID="{BD1F65C3-FBA7-4562-A4C1-36F176B04D08}" presName="parentNode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00D519-455C-4EBF-8AD5-831CDE201E68}" type="pres">
      <dgm:prSet presAssocID="{BD1F65C3-FBA7-4562-A4C1-36F176B04D08}" presName="childNode" presStyleLbl="revTx" presStyleIdx="0" presStyleCnt="0">
        <dgm:presLayoutVars>
          <dgm:bulletEnabled val="1"/>
        </dgm:presLayoutVars>
      </dgm:prSet>
      <dgm:spPr/>
    </dgm:pt>
    <dgm:pt modelId="{3EE2D497-DDA9-489B-B06F-79CADBA7141E}" type="pres">
      <dgm:prSet presAssocID="{D153EE65-5578-4B53-8A74-03FDB2B6A091}" presName="Name25" presStyleLbl="parChTrans1D1" presStyleIdx="2" presStyleCnt="3"/>
      <dgm:spPr/>
      <dgm:t>
        <a:bodyPr/>
        <a:lstStyle/>
        <a:p>
          <a:endParaRPr lang="en-US"/>
        </a:p>
      </dgm:t>
    </dgm:pt>
    <dgm:pt modelId="{EEA1F77C-CDA4-432B-B7DC-0C130A4347EC}" type="pres">
      <dgm:prSet presAssocID="{10CB6D7E-EEEF-4E89-B814-C72CC416B432}" presName="node" presStyleCnt="0"/>
      <dgm:spPr/>
    </dgm:pt>
    <dgm:pt modelId="{769E0BC6-CEE6-441A-80AB-6F544BE69A17}" type="pres">
      <dgm:prSet presAssocID="{10CB6D7E-EEEF-4E89-B814-C72CC416B432}" presName="parentNode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DDA51C-4D28-4991-955D-0CB037778640}" type="pres">
      <dgm:prSet presAssocID="{10CB6D7E-EEEF-4E89-B814-C72CC416B43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F1FCD53D-CCA2-4334-8AFB-76C2BA9DCB4E}" type="presOf" srcId="{DF81DB1D-1F6D-47CA-98B2-7231BB97065A}" destId="{E095B900-7563-45D4-AF0D-CD635F059868}" srcOrd="0" destOrd="0" presId="urn:microsoft.com/office/officeart/2005/8/layout/radial2"/>
    <dgm:cxn modelId="{4F8F768C-7911-4199-ABEE-628E3A747993}" srcId="{1038DA22-6D90-441B-82F8-CF173B0CA343}" destId="{DBDBDA13-CA2E-4C5A-A0C6-9E75F51E1262}" srcOrd="0" destOrd="0" parTransId="{0C9774C3-44DA-46C8-93C6-2E7E14B30DEB}" sibTransId="{0586468A-01BE-4227-9880-041F2F8C4789}"/>
    <dgm:cxn modelId="{1F434158-C428-4686-BCE7-A35D676ED63C}" srcId="{1038DA22-6D90-441B-82F8-CF173B0CA343}" destId="{10CB6D7E-EEEF-4E89-B814-C72CC416B432}" srcOrd="2" destOrd="0" parTransId="{D153EE65-5578-4B53-8A74-03FDB2B6A091}" sibTransId="{12A52E25-16B6-495A-B9D6-D9421A1B67D8}"/>
    <dgm:cxn modelId="{B8105662-9DCB-405C-BAA6-6497ADF2085A}" type="presOf" srcId="{10CB6D7E-EEEF-4E89-B814-C72CC416B432}" destId="{769E0BC6-CEE6-441A-80AB-6F544BE69A17}" srcOrd="0" destOrd="0" presId="urn:microsoft.com/office/officeart/2005/8/layout/radial2"/>
    <dgm:cxn modelId="{222A389C-C134-4DB2-A08C-E864D37511D8}" type="presOf" srcId="{BD1F65C3-FBA7-4562-A4C1-36F176B04D08}" destId="{9B7646FA-A18B-44E6-8504-FA845510EC25}" srcOrd="0" destOrd="0" presId="urn:microsoft.com/office/officeart/2005/8/layout/radial2"/>
    <dgm:cxn modelId="{27A36A47-7097-4DCF-AFC9-AABD099078AD}" type="presOf" srcId="{DBDBDA13-CA2E-4C5A-A0C6-9E75F51E1262}" destId="{0CE3EB11-A8C0-47ED-BC31-1C0A9DD62777}" srcOrd="0" destOrd="0" presId="urn:microsoft.com/office/officeart/2005/8/layout/radial2"/>
    <dgm:cxn modelId="{13A951E4-D258-4AC8-9FAC-7D7B142F70ED}" type="presOf" srcId="{1038DA22-6D90-441B-82F8-CF173B0CA343}" destId="{E93710D7-FD45-4EC6-AD32-28F93E5D8EF9}" srcOrd="0" destOrd="0" presId="urn:microsoft.com/office/officeart/2005/8/layout/radial2"/>
    <dgm:cxn modelId="{12C60526-9106-40E0-8C49-7F639E43D50F}" type="presOf" srcId="{D153EE65-5578-4B53-8A74-03FDB2B6A091}" destId="{3EE2D497-DDA9-489B-B06F-79CADBA7141E}" srcOrd="0" destOrd="0" presId="urn:microsoft.com/office/officeart/2005/8/layout/radial2"/>
    <dgm:cxn modelId="{5C414C13-0977-49A9-9385-24CAB500EFE0}" srcId="{1038DA22-6D90-441B-82F8-CF173B0CA343}" destId="{BD1F65C3-FBA7-4562-A4C1-36F176B04D08}" srcOrd="1" destOrd="0" parTransId="{DF81DB1D-1F6D-47CA-98B2-7231BB97065A}" sibTransId="{5C621959-DA64-4803-9EFF-EFAAE6DF5C11}"/>
    <dgm:cxn modelId="{2B62949F-4063-4067-99EF-401A9BA18DEC}" type="presOf" srcId="{0C9774C3-44DA-46C8-93C6-2E7E14B30DEB}" destId="{BEC784B6-FFC3-4AAC-8A99-465DE67B4DA7}" srcOrd="0" destOrd="0" presId="urn:microsoft.com/office/officeart/2005/8/layout/radial2"/>
    <dgm:cxn modelId="{EB45641F-D073-4656-ABB4-4F9E57B81FF8}" type="presParOf" srcId="{E93710D7-FD45-4EC6-AD32-28F93E5D8EF9}" destId="{109EBFC8-5443-4CEA-8315-0A32A0DA2E1D}" srcOrd="0" destOrd="0" presId="urn:microsoft.com/office/officeart/2005/8/layout/radial2"/>
    <dgm:cxn modelId="{8AF85F97-A267-4C1B-AE57-4D3A60B4BD34}" type="presParOf" srcId="{109EBFC8-5443-4CEA-8315-0A32A0DA2E1D}" destId="{DE1A77B8-7114-45BD-84AD-19222A9EB7B6}" srcOrd="0" destOrd="0" presId="urn:microsoft.com/office/officeart/2005/8/layout/radial2"/>
    <dgm:cxn modelId="{88C998BD-90CC-40DC-9B6E-C4A538C7C667}" type="presParOf" srcId="{DE1A77B8-7114-45BD-84AD-19222A9EB7B6}" destId="{0CE03397-A08D-4603-A403-9EB595D94DB9}" srcOrd="0" destOrd="0" presId="urn:microsoft.com/office/officeart/2005/8/layout/radial2"/>
    <dgm:cxn modelId="{B1D98A2B-B261-4C81-9161-8F7C09B21D0C}" type="presParOf" srcId="{DE1A77B8-7114-45BD-84AD-19222A9EB7B6}" destId="{F3C2D837-74A8-4946-A242-4585CBD9D07A}" srcOrd="1" destOrd="0" presId="urn:microsoft.com/office/officeart/2005/8/layout/radial2"/>
    <dgm:cxn modelId="{12044A22-3345-41D8-A3A8-F61B2664FAEF}" type="presParOf" srcId="{109EBFC8-5443-4CEA-8315-0A32A0DA2E1D}" destId="{BEC784B6-FFC3-4AAC-8A99-465DE67B4DA7}" srcOrd="1" destOrd="0" presId="urn:microsoft.com/office/officeart/2005/8/layout/radial2"/>
    <dgm:cxn modelId="{117E35E3-B476-4602-8CBE-7A9321470B73}" type="presParOf" srcId="{109EBFC8-5443-4CEA-8315-0A32A0DA2E1D}" destId="{B3A76DC8-BBC7-43EF-A57D-53AD0727A4D4}" srcOrd="2" destOrd="0" presId="urn:microsoft.com/office/officeart/2005/8/layout/radial2"/>
    <dgm:cxn modelId="{5D5C89C9-D638-4B72-A1D0-D60B92521DE2}" type="presParOf" srcId="{B3A76DC8-BBC7-43EF-A57D-53AD0727A4D4}" destId="{0CE3EB11-A8C0-47ED-BC31-1C0A9DD62777}" srcOrd="0" destOrd="0" presId="urn:microsoft.com/office/officeart/2005/8/layout/radial2"/>
    <dgm:cxn modelId="{2997F7B2-13CC-4727-BA19-CB37C6A26116}" type="presParOf" srcId="{B3A76DC8-BBC7-43EF-A57D-53AD0727A4D4}" destId="{1B6BE79E-05FB-41DE-8EBC-DA03B9718A62}" srcOrd="1" destOrd="0" presId="urn:microsoft.com/office/officeart/2005/8/layout/radial2"/>
    <dgm:cxn modelId="{E623A508-A914-4B85-8816-CEEACBA0EEA9}" type="presParOf" srcId="{109EBFC8-5443-4CEA-8315-0A32A0DA2E1D}" destId="{E095B900-7563-45D4-AF0D-CD635F059868}" srcOrd="3" destOrd="0" presId="urn:microsoft.com/office/officeart/2005/8/layout/radial2"/>
    <dgm:cxn modelId="{2313FD0F-9DDF-4061-9EEB-F073018B0F4E}" type="presParOf" srcId="{109EBFC8-5443-4CEA-8315-0A32A0DA2E1D}" destId="{41B24C48-9C75-432C-BA09-9A1E8871CB33}" srcOrd="4" destOrd="0" presId="urn:microsoft.com/office/officeart/2005/8/layout/radial2"/>
    <dgm:cxn modelId="{547BBE7E-A7CC-457D-97CB-F3F53579A800}" type="presParOf" srcId="{41B24C48-9C75-432C-BA09-9A1E8871CB33}" destId="{9B7646FA-A18B-44E6-8504-FA845510EC25}" srcOrd="0" destOrd="0" presId="urn:microsoft.com/office/officeart/2005/8/layout/radial2"/>
    <dgm:cxn modelId="{23DCE19C-0D39-4406-B0A0-3696F7646D29}" type="presParOf" srcId="{41B24C48-9C75-432C-BA09-9A1E8871CB33}" destId="{E000D519-455C-4EBF-8AD5-831CDE201E68}" srcOrd="1" destOrd="0" presId="urn:microsoft.com/office/officeart/2005/8/layout/radial2"/>
    <dgm:cxn modelId="{4322D050-4C55-4267-96C9-59FDBA9F7F61}" type="presParOf" srcId="{109EBFC8-5443-4CEA-8315-0A32A0DA2E1D}" destId="{3EE2D497-DDA9-489B-B06F-79CADBA7141E}" srcOrd="5" destOrd="0" presId="urn:microsoft.com/office/officeart/2005/8/layout/radial2"/>
    <dgm:cxn modelId="{C951D95E-45C1-4589-96D8-E83B514D1228}" type="presParOf" srcId="{109EBFC8-5443-4CEA-8315-0A32A0DA2E1D}" destId="{EEA1F77C-CDA4-432B-B7DC-0C130A4347EC}" srcOrd="6" destOrd="0" presId="urn:microsoft.com/office/officeart/2005/8/layout/radial2"/>
    <dgm:cxn modelId="{B11B6395-A1D9-41C9-9A9C-8FC08EF371CB}" type="presParOf" srcId="{EEA1F77C-CDA4-432B-B7DC-0C130A4347EC}" destId="{769E0BC6-CEE6-441A-80AB-6F544BE69A17}" srcOrd="0" destOrd="0" presId="urn:microsoft.com/office/officeart/2005/8/layout/radial2"/>
    <dgm:cxn modelId="{0AFEAB82-6AB8-4B72-9751-90C620643B8C}" type="presParOf" srcId="{EEA1F77C-CDA4-432B-B7DC-0C130A4347EC}" destId="{40DDA51C-4D28-4991-955D-0CB037778640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A210E4-7DD7-4BBB-99C5-BD1C6599128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BF073D-00F5-418B-B18D-AD3D6F85E813}">
      <dgm:prSet/>
      <dgm:spPr/>
      <dgm:t>
        <a:bodyPr/>
        <a:lstStyle/>
        <a:p>
          <a:r>
            <a:rPr lang="en-US" dirty="0" smtClean="0"/>
            <a:t>Birth &amp; Death Registration</a:t>
          </a:r>
          <a:endParaRPr lang="en-US" dirty="0"/>
        </a:p>
      </dgm:t>
    </dgm:pt>
    <dgm:pt modelId="{E81C428C-C279-4F54-886C-93BB35D0884A}" type="parTrans" cxnId="{19E32CCC-E8A2-4290-8E8C-CFBE1518E037}">
      <dgm:prSet/>
      <dgm:spPr/>
      <dgm:t>
        <a:bodyPr/>
        <a:lstStyle/>
        <a:p>
          <a:endParaRPr lang="en-US"/>
        </a:p>
      </dgm:t>
    </dgm:pt>
    <dgm:pt modelId="{A389043D-685A-4D4E-B79F-638EDDA0B904}" type="sibTrans" cxnId="{19E32CCC-E8A2-4290-8E8C-CFBE1518E037}">
      <dgm:prSet/>
      <dgm:spPr/>
      <dgm:t>
        <a:bodyPr/>
        <a:lstStyle/>
        <a:p>
          <a:endParaRPr lang="en-US"/>
        </a:p>
      </dgm:t>
    </dgm:pt>
    <dgm:pt modelId="{2B65D325-31AB-47B9-80E7-B8DAF2F1253C}">
      <dgm:prSet/>
      <dgm:spPr/>
      <dgm:t>
        <a:bodyPr/>
        <a:lstStyle/>
        <a:p>
          <a:r>
            <a:rPr lang="en-US" smtClean="0"/>
            <a:t>Birth &amp; Death Certificates</a:t>
          </a:r>
          <a:endParaRPr lang="en-US"/>
        </a:p>
      </dgm:t>
    </dgm:pt>
    <dgm:pt modelId="{5F16B589-2C42-43F1-BE74-75C3E142A402}" type="parTrans" cxnId="{B0127DA6-D6B6-4644-86EC-555C49F7D27A}">
      <dgm:prSet/>
      <dgm:spPr/>
      <dgm:t>
        <a:bodyPr/>
        <a:lstStyle/>
        <a:p>
          <a:endParaRPr lang="en-US"/>
        </a:p>
      </dgm:t>
    </dgm:pt>
    <dgm:pt modelId="{6CF7863C-BB76-4531-83C0-FE1FB9272DD4}" type="sibTrans" cxnId="{B0127DA6-D6B6-4644-86EC-555C49F7D27A}">
      <dgm:prSet/>
      <dgm:spPr/>
      <dgm:t>
        <a:bodyPr/>
        <a:lstStyle/>
        <a:p>
          <a:endParaRPr lang="en-US"/>
        </a:p>
      </dgm:t>
    </dgm:pt>
    <dgm:pt modelId="{82203E5C-5E38-4D03-8BD9-629560F628FE}">
      <dgm:prSet/>
      <dgm:spPr/>
      <dgm:t>
        <a:bodyPr/>
        <a:lstStyle/>
        <a:p>
          <a:r>
            <a:rPr lang="en-US" dirty="0" smtClean="0"/>
            <a:t>Marriage &amp; Divorce Certificates</a:t>
          </a:r>
          <a:endParaRPr lang="en-US" dirty="0"/>
        </a:p>
      </dgm:t>
    </dgm:pt>
    <dgm:pt modelId="{8142DDB9-0ECC-48A5-9F77-D58979B02753}" type="parTrans" cxnId="{F652FC0B-2817-4131-A4ED-A30060C95E37}">
      <dgm:prSet/>
      <dgm:spPr/>
      <dgm:t>
        <a:bodyPr/>
        <a:lstStyle/>
        <a:p>
          <a:endParaRPr lang="en-US"/>
        </a:p>
      </dgm:t>
    </dgm:pt>
    <dgm:pt modelId="{6B13EDA6-0623-49F6-972B-DBE31990AAFF}" type="sibTrans" cxnId="{F652FC0B-2817-4131-A4ED-A30060C95E37}">
      <dgm:prSet/>
      <dgm:spPr/>
      <dgm:t>
        <a:bodyPr/>
        <a:lstStyle/>
        <a:p>
          <a:endParaRPr lang="en-US"/>
        </a:p>
      </dgm:t>
    </dgm:pt>
    <dgm:pt modelId="{AD9F0EC8-C3E8-412B-9014-D3A5C2426382}" type="pres">
      <dgm:prSet presAssocID="{B0A210E4-7DD7-4BBB-99C5-BD1C6599128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B24139A-0F57-4EEF-8304-43CC749241FC}" type="pres">
      <dgm:prSet presAssocID="{12BF073D-00F5-418B-B18D-AD3D6F85E813}" presName="root" presStyleCnt="0"/>
      <dgm:spPr/>
    </dgm:pt>
    <dgm:pt modelId="{726AE336-280E-40A1-94C1-0E2D0CDB8067}" type="pres">
      <dgm:prSet presAssocID="{12BF073D-00F5-418B-B18D-AD3D6F85E813}" presName="rootComposite" presStyleCnt="0"/>
      <dgm:spPr/>
    </dgm:pt>
    <dgm:pt modelId="{554CAE0D-053D-4FDC-8784-33C6A76F2218}" type="pres">
      <dgm:prSet presAssocID="{12BF073D-00F5-418B-B18D-AD3D6F85E813}" presName="rootText" presStyleLbl="node1" presStyleIdx="0" presStyleCnt="3"/>
      <dgm:spPr/>
      <dgm:t>
        <a:bodyPr/>
        <a:lstStyle/>
        <a:p>
          <a:endParaRPr lang="en-US"/>
        </a:p>
      </dgm:t>
    </dgm:pt>
    <dgm:pt modelId="{69AF2F76-7CCA-4930-93BC-FEF8381F8459}" type="pres">
      <dgm:prSet presAssocID="{12BF073D-00F5-418B-B18D-AD3D6F85E813}" presName="rootConnector" presStyleLbl="node1" presStyleIdx="0" presStyleCnt="3"/>
      <dgm:spPr/>
      <dgm:t>
        <a:bodyPr/>
        <a:lstStyle/>
        <a:p>
          <a:endParaRPr lang="en-US"/>
        </a:p>
      </dgm:t>
    </dgm:pt>
    <dgm:pt modelId="{A23B1EEE-DA56-43B5-9004-901396FCDFEC}" type="pres">
      <dgm:prSet presAssocID="{12BF073D-00F5-418B-B18D-AD3D6F85E813}" presName="childShape" presStyleCnt="0"/>
      <dgm:spPr/>
    </dgm:pt>
    <dgm:pt modelId="{10418135-B0F6-4ADB-9216-4BB25010F44A}" type="pres">
      <dgm:prSet presAssocID="{2B65D325-31AB-47B9-80E7-B8DAF2F1253C}" presName="root" presStyleCnt="0"/>
      <dgm:spPr/>
    </dgm:pt>
    <dgm:pt modelId="{850EA43A-5FED-4D05-B077-180BF872893F}" type="pres">
      <dgm:prSet presAssocID="{2B65D325-31AB-47B9-80E7-B8DAF2F1253C}" presName="rootComposite" presStyleCnt="0"/>
      <dgm:spPr/>
    </dgm:pt>
    <dgm:pt modelId="{01A68017-D7D0-42B9-8DE0-0466F88DE6A4}" type="pres">
      <dgm:prSet presAssocID="{2B65D325-31AB-47B9-80E7-B8DAF2F1253C}" presName="rootText" presStyleLbl="node1" presStyleIdx="1" presStyleCnt="3"/>
      <dgm:spPr/>
      <dgm:t>
        <a:bodyPr/>
        <a:lstStyle/>
        <a:p>
          <a:endParaRPr lang="en-US"/>
        </a:p>
      </dgm:t>
    </dgm:pt>
    <dgm:pt modelId="{B9B261C5-B46B-4FE2-8CF8-C92EFBF80EB0}" type="pres">
      <dgm:prSet presAssocID="{2B65D325-31AB-47B9-80E7-B8DAF2F1253C}" presName="rootConnector" presStyleLbl="node1" presStyleIdx="1" presStyleCnt="3"/>
      <dgm:spPr/>
      <dgm:t>
        <a:bodyPr/>
        <a:lstStyle/>
        <a:p>
          <a:endParaRPr lang="en-US"/>
        </a:p>
      </dgm:t>
    </dgm:pt>
    <dgm:pt modelId="{CAA8AB04-41BC-4DDC-943B-D5B04B922A62}" type="pres">
      <dgm:prSet presAssocID="{2B65D325-31AB-47B9-80E7-B8DAF2F1253C}" presName="childShape" presStyleCnt="0"/>
      <dgm:spPr/>
    </dgm:pt>
    <dgm:pt modelId="{8277EA02-9F26-451C-80B2-B4EEA0E4571C}" type="pres">
      <dgm:prSet presAssocID="{82203E5C-5E38-4D03-8BD9-629560F628FE}" presName="root" presStyleCnt="0"/>
      <dgm:spPr/>
    </dgm:pt>
    <dgm:pt modelId="{7E5FDBEF-F531-43E5-9B78-52B29AD35D8F}" type="pres">
      <dgm:prSet presAssocID="{82203E5C-5E38-4D03-8BD9-629560F628FE}" presName="rootComposite" presStyleCnt="0"/>
      <dgm:spPr/>
    </dgm:pt>
    <dgm:pt modelId="{B3DC9302-F9F8-4923-B79C-9E5D959EDFCF}" type="pres">
      <dgm:prSet presAssocID="{82203E5C-5E38-4D03-8BD9-629560F628FE}" presName="rootText" presStyleLbl="node1" presStyleIdx="2" presStyleCnt="3"/>
      <dgm:spPr/>
      <dgm:t>
        <a:bodyPr/>
        <a:lstStyle/>
        <a:p>
          <a:endParaRPr lang="en-US"/>
        </a:p>
      </dgm:t>
    </dgm:pt>
    <dgm:pt modelId="{D0E77803-F786-4A12-9007-0C4F9A9E74CE}" type="pres">
      <dgm:prSet presAssocID="{82203E5C-5E38-4D03-8BD9-629560F628FE}" presName="rootConnector" presStyleLbl="node1" presStyleIdx="2" presStyleCnt="3"/>
      <dgm:spPr/>
      <dgm:t>
        <a:bodyPr/>
        <a:lstStyle/>
        <a:p>
          <a:endParaRPr lang="en-US"/>
        </a:p>
      </dgm:t>
    </dgm:pt>
    <dgm:pt modelId="{237FD600-702F-499D-947C-A20358EBE237}" type="pres">
      <dgm:prSet presAssocID="{82203E5C-5E38-4D03-8BD9-629560F628FE}" presName="childShape" presStyleCnt="0"/>
      <dgm:spPr/>
    </dgm:pt>
  </dgm:ptLst>
  <dgm:cxnLst>
    <dgm:cxn modelId="{580446BA-8F32-4435-9298-95CA944400B8}" type="presOf" srcId="{12BF073D-00F5-418B-B18D-AD3D6F85E813}" destId="{554CAE0D-053D-4FDC-8784-33C6A76F2218}" srcOrd="0" destOrd="0" presId="urn:microsoft.com/office/officeart/2005/8/layout/hierarchy3"/>
    <dgm:cxn modelId="{04B752C7-3010-4144-9916-66884235894D}" type="presOf" srcId="{82203E5C-5E38-4D03-8BD9-629560F628FE}" destId="{B3DC9302-F9F8-4923-B79C-9E5D959EDFCF}" srcOrd="0" destOrd="0" presId="urn:microsoft.com/office/officeart/2005/8/layout/hierarchy3"/>
    <dgm:cxn modelId="{19E32CCC-E8A2-4290-8E8C-CFBE1518E037}" srcId="{B0A210E4-7DD7-4BBB-99C5-BD1C65991281}" destId="{12BF073D-00F5-418B-B18D-AD3D6F85E813}" srcOrd="0" destOrd="0" parTransId="{E81C428C-C279-4F54-886C-93BB35D0884A}" sibTransId="{A389043D-685A-4D4E-B79F-638EDDA0B904}"/>
    <dgm:cxn modelId="{7BB9D8D3-52BC-41B0-B364-BC3DC394B92F}" type="presOf" srcId="{82203E5C-5E38-4D03-8BD9-629560F628FE}" destId="{D0E77803-F786-4A12-9007-0C4F9A9E74CE}" srcOrd="1" destOrd="0" presId="urn:microsoft.com/office/officeart/2005/8/layout/hierarchy3"/>
    <dgm:cxn modelId="{AB15C8E6-0C7E-4B83-8110-A29554CF6CB7}" type="presOf" srcId="{12BF073D-00F5-418B-B18D-AD3D6F85E813}" destId="{69AF2F76-7CCA-4930-93BC-FEF8381F8459}" srcOrd="1" destOrd="0" presId="urn:microsoft.com/office/officeart/2005/8/layout/hierarchy3"/>
    <dgm:cxn modelId="{B603B0D7-4512-4CA9-A2E7-09557EAA9890}" type="presOf" srcId="{2B65D325-31AB-47B9-80E7-B8DAF2F1253C}" destId="{01A68017-D7D0-42B9-8DE0-0466F88DE6A4}" srcOrd="0" destOrd="0" presId="urn:microsoft.com/office/officeart/2005/8/layout/hierarchy3"/>
    <dgm:cxn modelId="{F652FC0B-2817-4131-A4ED-A30060C95E37}" srcId="{B0A210E4-7DD7-4BBB-99C5-BD1C65991281}" destId="{82203E5C-5E38-4D03-8BD9-629560F628FE}" srcOrd="2" destOrd="0" parTransId="{8142DDB9-0ECC-48A5-9F77-D58979B02753}" sibTransId="{6B13EDA6-0623-49F6-972B-DBE31990AAFF}"/>
    <dgm:cxn modelId="{D418663B-E85E-4B70-AA97-5A4DBCD30571}" type="presOf" srcId="{2B65D325-31AB-47B9-80E7-B8DAF2F1253C}" destId="{B9B261C5-B46B-4FE2-8CF8-C92EFBF80EB0}" srcOrd="1" destOrd="0" presId="urn:microsoft.com/office/officeart/2005/8/layout/hierarchy3"/>
    <dgm:cxn modelId="{20691721-6340-4359-9678-13C0407603A2}" type="presOf" srcId="{B0A210E4-7DD7-4BBB-99C5-BD1C65991281}" destId="{AD9F0EC8-C3E8-412B-9014-D3A5C2426382}" srcOrd="0" destOrd="0" presId="urn:microsoft.com/office/officeart/2005/8/layout/hierarchy3"/>
    <dgm:cxn modelId="{B0127DA6-D6B6-4644-86EC-555C49F7D27A}" srcId="{B0A210E4-7DD7-4BBB-99C5-BD1C65991281}" destId="{2B65D325-31AB-47B9-80E7-B8DAF2F1253C}" srcOrd="1" destOrd="0" parTransId="{5F16B589-2C42-43F1-BE74-75C3E142A402}" sibTransId="{6CF7863C-BB76-4531-83C0-FE1FB9272DD4}"/>
    <dgm:cxn modelId="{E2F8BB41-436F-44D4-93C5-EF121C6EBD3C}" type="presParOf" srcId="{AD9F0EC8-C3E8-412B-9014-D3A5C2426382}" destId="{EB24139A-0F57-4EEF-8304-43CC749241FC}" srcOrd="0" destOrd="0" presId="urn:microsoft.com/office/officeart/2005/8/layout/hierarchy3"/>
    <dgm:cxn modelId="{0235C1DE-D2DB-41FE-AE6C-FC8A1776E839}" type="presParOf" srcId="{EB24139A-0F57-4EEF-8304-43CC749241FC}" destId="{726AE336-280E-40A1-94C1-0E2D0CDB8067}" srcOrd="0" destOrd="0" presId="urn:microsoft.com/office/officeart/2005/8/layout/hierarchy3"/>
    <dgm:cxn modelId="{E8014E96-064D-473A-B669-5AE13159DE34}" type="presParOf" srcId="{726AE336-280E-40A1-94C1-0E2D0CDB8067}" destId="{554CAE0D-053D-4FDC-8784-33C6A76F2218}" srcOrd="0" destOrd="0" presId="urn:microsoft.com/office/officeart/2005/8/layout/hierarchy3"/>
    <dgm:cxn modelId="{3445373F-2237-4939-9E3D-967F02B7DA40}" type="presParOf" srcId="{726AE336-280E-40A1-94C1-0E2D0CDB8067}" destId="{69AF2F76-7CCA-4930-93BC-FEF8381F8459}" srcOrd="1" destOrd="0" presId="urn:microsoft.com/office/officeart/2005/8/layout/hierarchy3"/>
    <dgm:cxn modelId="{0A471FC9-0510-4D1E-B616-3975FFD214B1}" type="presParOf" srcId="{EB24139A-0F57-4EEF-8304-43CC749241FC}" destId="{A23B1EEE-DA56-43B5-9004-901396FCDFEC}" srcOrd="1" destOrd="0" presId="urn:microsoft.com/office/officeart/2005/8/layout/hierarchy3"/>
    <dgm:cxn modelId="{7751466C-0A41-488C-BE74-0F978DAF44D1}" type="presParOf" srcId="{AD9F0EC8-C3E8-412B-9014-D3A5C2426382}" destId="{10418135-B0F6-4ADB-9216-4BB25010F44A}" srcOrd="1" destOrd="0" presId="urn:microsoft.com/office/officeart/2005/8/layout/hierarchy3"/>
    <dgm:cxn modelId="{DD4E09F5-F510-44DE-9CAF-634E197F9DCF}" type="presParOf" srcId="{10418135-B0F6-4ADB-9216-4BB25010F44A}" destId="{850EA43A-5FED-4D05-B077-180BF872893F}" srcOrd="0" destOrd="0" presId="urn:microsoft.com/office/officeart/2005/8/layout/hierarchy3"/>
    <dgm:cxn modelId="{B6A59ECA-F60C-4EC3-B361-625F0BB24C49}" type="presParOf" srcId="{850EA43A-5FED-4D05-B077-180BF872893F}" destId="{01A68017-D7D0-42B9-8DE0-0466F88DE6A4}" srcOrd="0" destOrd="0" presId="urn:microsoft.com/office/officeart/2005/8/layout/hierarchy3"/>
    <dgm:cxn modelId="{7A2E41EE-4400-4538-8E34-F891E7B007E9}" type="presParOf" srcId="{850EA43A-5FED-4D05-B077-180BF872893F}" destId="{B9B261C5-B46B-4FE2-8CF8-C92EFBF80EB0}" srcOrd="1" destOrd="0" presId="urn:microsoft.com/office/officeart/2005/8/layout/hierarchy3"/>
    <dgm:cxn modelId="{D4AF786E-2037-46AF-952D-AD33D33E1F94}" type="presParOf" srcId="{10418135-B0F6-4ADB-9216-4BB25010F44A}" destId="{CAA8AB04-41BC-4DDC-943B-D5B04B922A62}" srcOrd="1" destOrd="0" presId="urn:microsoft.com/office/officeart/2005/8/layout/hierarchy3"/>
    <dgm:cxn modelId="{B4070084-0556-44C2-90D9-CD7FFD59DD65}" type="presParOf" srcId="{AD9F0EC8-C3E8-412B-9014-D3A5C2426382}" destId="{8277EA02-9F26-451C-80B2-B4EEA0E4571C}" srcOrd="2" destOrd="0" presId="urn:microsoft.com/office/officeart/2005/8/layout/hierarchy3"/>
    <dgm:cxn modelId="{1EE58C3D-844D-43D7-AA86-8BA4AF481083}" type="presParOf" srcId="{8277EA02-9F26-451C-80B2-B4EEA0E4571C}" destId="{7E5FDBEF-F531-43E5-9B78-52B29AD35D8F}" srcOrd="0" destOrd="0" presId="urn:microsoft.com/office/officeart/2005/8/layout/hierarchy3"/>
    <dgm:cxn modelId="{26C500D7-1C0B-46CB-AB43-579695430995}" type="presParOf" srcId="{7E5FDBEF-F531-43E5-9B78-52B29AD35D8F}" destId="{B3DC9302-F9F8-4923-B79C-9E5D959EDFCF}" srcOrd="0" destOrd="0" presId="urn:microsoft.com/office/officeart/2005/8/layout/hierarchy3"/>
    <dgm:cxn modelId="{FBA4E96B-3B30-4251-9F73-77933BB92A75}" type="presParOf" srcId="{7E5FDBEF-F531-43E5-9B78-52B29AD35D8F}" destId="{D0E77803-F786-4A12-9007-0C4F9A9E74CE}" srcOrd="1" destOrd="0" presId="urn:microsoft.com/office/officeart/2005/8/layout/hierarchy3"/>
    <dgm:cxn modelId="{A599C929-8B9A-4FB6-A2D7-13D45A0E7010}" type="presParOf" srcId="{8277EA02-9F26-451C-80B2-B4EEA0E4571C}" destId="{237FD600-702F-499D-947C-A20358EBE23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2A1CE9-1798-498E-952B-D56E62438674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D5FF6C-9289-4956-B864-DFC52562A7F7}">
      <dgm:prSet/>
      <dgm:spPr/>
      <dgm:t>
        <a:bodyPr/>
        <a:lstStyle/>
        <a:p>
          <a:r>
            <a:rPr lang="en-US" b="1" dirty="0" smtClean="0"/>
            <a:t>Centralized Monitoring</a:t>
          </a:r>
          <a:endParaRPr lang="en-US" dirty="0" smtClean="0"/>
        </a:p>
        <a:p>
          <a:r>
            <a:rPr lang="en-US" dirty="0" smtClean="0"/>
            <a:t>Track services across all departments and Union Councils.</a:t>
          </a:r>
          <a:endParaRPr lang="en-US" dirty="0"/>
        </a:p>
      </dgm:t>
    </dgm:pt>
    <dgm:pt modelId="{7597EE0F-B777-4A6F-8A89-2F6F651D9D66}" type="parTrans" cxnId="{8C56B0A7-737D-4988-A42E-5E6A38DE79CB}">
      <dgm:prSet/>
      <dgm:spPr/>
      <dgm:t>
        <a:bodyPr/>
        <a:lstStyle/>
        <a:p>
          <a:endParaRPr lang="en-US"/>
        </a:p>
      </dgm:t>
    </dgm:pt>
    <dgm:pt modelId="{B06C9283-863B-4A33-A8C1-83AC1B5A8024}" type="sibTrans" cxnId="{8C56B0A7-737D-4988-A42E-5E6A38DE79CB}">
      <dgm:prSet/>
      <dgm:spPr/>
      <dgm:t>
        <a:bodyPr/>
        <a:lstStyle/>
        <a:p>
          <a:endParaRPr lang="en-US"/>
        </a:p>
      </dgm:t>
    </dgm:pt>
    <dgm:pt modelId="{D38B3752-0EA3-4B5E-B60D-A7E1DF58EDFC}">
      <dgm:prSet/>
      <dgm:spPr/>
      <dgm:t>
        <a:bodyPr/>
        <a:lstStyle/>
        <a:p>
          <a:r>
            <a:rPr lang="en-US" b="1" dirty="0" smtClean="0"/>
            <a:t>Department Admin </a:t>
          </a:r>
          <a:r>
            <a:rPr lang="en-US" dirty="0" smtClean="0"/>
            <a:t>Admins for each department to oversee their services.</a:t>
          </a:r>
          <a:endParaRPr lang="en-US" dirty="0"/>
        </a:p>
      </dgm:t>
    </dgm:pt>
    <dgm:pt modelId="{887AF547-1D89-4E7D-BFDE-4F7F7D8F0390}" type="parTrans" cxnId="{FEC61162-ACCF-49C5-871C-27BA22D31038}">
      <dgm:prSet/>
      <dgm:spPr/>
      <dgm:t>
        <a:bodyPr/>
        <a:lstStyle/>
        <a:p>
          <a:endParaRPr lang="en-US"/>
        </a:p>
      </dgm:t>
    </dgm:pt>
    <dgm:pt modelId="{A72EA798-59AB-40CA-90C3-DE77A126FA08}" type="sibTrans" cxnId="{FEC61162-ACCF-49C5-871C-27BA22D31038}">
      <dgm:prSet/>
      <dgm:spPr/>
      <dgm:t>
        <a:bodyPr/>
        <a:lstStyle/>
        <a:p>
          <a:endParaRPr lang="en-US"/>
        </a:p>
      </dgm:t>
    </dgm:pt>
    <dgm:pt modelId="{9E3CADE6-565F-45EC-862A-AA502BD299F4}">
      <dgm:prSet/>
      <dgm:spPr/>
      <dgm:t>
        <a:bodyPr/>
        <a:lstStyle/>
        <a:p>
          <a:r>
            <a:rPr lang="en-US" b="1" smtClean="0"/>
            <a:t>District-Level Admin:</a:t>
          </a:r>
          <a:r>
            <a:rPr lang="en-US" smtClean="0"/>
            <a:t> Overarching control for monitoring all activities.</a:t>
          </a:r>
          <a:endParaRPr lang="en-US"/>
        </a:p>
      </dgm:t>
    </dgm:pt>
    <dgm:pt modelId="{D8033D00-8B77-4D23-9D74-B22275FE21C1}" type="parTrans" cxnId="{B33544EC-D196-478F-AC17-DE8CE90679B5}">
      <dgm:prSet/>
      <dgm:spPr/>
      <dgm:t>
        <a:bodyPr/>
        <a:lstStyle/>
        <a:p>
          <a:endParaRPr lang="en-US"/>
        </a:p>
      </dgm:t>
    </dgm:pt>
    <dgm:pt modelId="{5966A2EF-3CBB-4D40-BE90-DBD761B5C25B}" type="sibTrans" cxnId="{B33544EC-D196-478F-AC17-DE8CE90679B5}">
      <dgm:prSet/>
      <dgm:spPr/>
      <dgm:t>
        <a:bodyPr/>
        <a:lstStyle/>
        <a:p>
          <a:endParaRPr lang="en-US"/>
        </a:p>
      </dgm:t>
    </dgm:pt>
    <dgm:pt modelId="{6BD75ECC-02E8-4F4E-B3F9-831A250C80EF}">
      <dgm:prSet/>
      <dgm:spPr/>
      <dgm:t>
        <a:bodyPr/>
        <a:lstStyle/>
        <a:p>
          <a:r>
            <a:rPr lang="en-US" b="1" dirty="0" smtClean="0"/>
            <a:t>Online Service Requests</a:t>
          </a:r>
        </a:p>
        <a:p>
          <a:r>
            <a:rPr lang="en-US" dirty="0" smtClean="0"/>
            <a:t>Apply for birth certificates, marriage certificates, etc.</a:t>
          </a:r>
          <a:endParaRPr lang="en-US" dirty="0"/>
        </a:p>
      </dgm:t>
    </dgm:pt>
    <dgm:pt modelId="{D7B36922-8175-4962-8A51-2B511AA2C258}" type="parTrans" cxnId="{467C4625-C776-45D1-868D-EE7C9C314FB4}">
      <dgm:prSet/>
      <dgm:spPr/>
      <dgm:t>
        <a:bodyPr/>
        <a:lstStyle/>
        <a:p>
          <a:endParaRPr lang="en-US"/>
        </a:p>
      </dgm:t>
    </dgm:pt>
    <dgm:pt modelId="{51C6476C-4DBF-4647-B701-ABDC6BA39DE4}" type="sibTrans" cxnId="{467C4625-C776-45D1-868D-EE7C9C314FB4}">
      <dgm:prSet/>
      <dgm:spPr/>
      <dgm:t>
        <a:bodyPr/>
        <a:lstStyle/>
        <a:p>
          <a:endParaRPr lang="en-US"/>
        </a:p>
      </dgm:t>
    </dgm:pt>
    <dgm:pt modelId="{9A92B578-3D58-4B37-B5FF-FF62A6B1B503}">
      <dgm:prSet/>
      <dgm:spPr/>
      <dgm:t>
        <a:bodyPr/>
        <a:lstStyle/>
        <a:p>
          <a:r>
            <a:rPr lang="en-US" b="1" smtClean="0"/>
            <a:t>Real-time Updates:</a:t>
          </a:r>
          <a:r>
            <a:rPr lang="en-US" smtClean="0"/>
            <a:t> Notifications for service status and updates.</a:t>
          </a:r>
          <a:endParaRPr lang="en-US"/>
        </a:p>
      </dgm:t>
    </dgm:pt>
    <dgm:pt modelId="{F288E52C-53B6-4DA2-8B98-C0ACFF589270}" type="parTrans" cxnId="{7426ABBF-784F-4BA0-A27E-2ACF1B660BD2}">
      <dgm:prSet/>
      <dgm:spPr/>
      <dgm:t>
        <a:bodyPr/>
        <a:lstStyle/>
        <a:p>
          <a:endParaRPr lang="en-US"/>
        </a:p>
      </dgm:t>
    </dgm:pt>
    <dgm:pt modelId="{47EBF65A-91E5-4D33-9272-B806446A93E5}" type="sibTrans" cxnId="{7426ABBF-784F-4BA0-A27E-2ACF1B660BD2}">
      <dgm:prSet/>
      <dgm:spPr/>
      <dgm:t>
        <a:bodyPr/>
        <a:lstStyle/>
        <a:p>
          <a:endParaRPr lang="en-US"/>
        </a:p>
      </dgm:t>
    </dgm:pt>
    <dgm:pt modelId="{6DB09126-F44D-4555-9752-9E2489533BAE}" type="pres">
      <dgm:prSet presAssocID="{312A1CE9-1798-498E-952B-D56E6243867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C521B3-5FEA-43C4-8D15-9976E9618F59}" type="pres">
      <dgm:prSet presAssocID="{312A1CE9-1798-498E-952B-D56E62438674}" presName="fgShape" presStyleLbl="fgShp" presStyleIdx="0" presStyleCnt="1"/>
      <dgm:spPr/>
    </dgm:pt>
    <dgm:pt modelId="{212E1C6F-F98C-4E99-A80D-D8CDBB2A9768}" type="pres">
      <dgm:prSet presAssocID="{312A1CE9-1798-498E-952B-D56E62438674}" presName="linComp" presStyleCnt="0"/>
      <dgm:spPr/>
    </dgm:pt>
    <dgm:pt modelId="{9C6808F3-1B1E-41EF-85D8-2DEFF200294F}" type="pres">
      <dgm:prSet presAssocID="{95D5FF6C-9289-4956-B864-DFC52562A7F7}" presName="compNode" presStyleCnt="0"/>
      <dgm:spPr/>
    </dgm:pt>
    <dgm:pt modelId="{DF1A801B-55F2-464C-98F8-CD9ED68D0631}" type="pres">
      <dgm:prSet presAssocID="{95D5FF6C-9289-4956-B864-DFC52562A7F7}" presName="bkgdShape" presStyleLbl="node1" presStyleIdx="0" presStyleCnt="5" custScaleX="91600"/>
      <dgm:spPr/>
      <dgm:t>
        <a:bodyPr/>
        <a:lstStyle/>
        <a:p>
          <a:endParaRPr lang="en-US"/>
        </a:p>
      </dgm:t>
    </dgm:pt>
    <dgm:pt modelId="{4F0C2CCE-E778-437D-AFBC-CFC5E1280523}" type="pres">
      <dgm:prSet presAssocID="{95D5FF6C-9289-4956-B864-DFC52562A7F7}" presName="nodeTx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A87294-2A40-4814-8E12-228910BD080F}" type="pres">
      <dgm:prSet presAssocID="{95D5FF6C-9289-4956-B864-DFC52562A7F7}" presName="invisiNode" presStyleLbl="node1" presStyleIdx="0" presStyleCnt="5"/>
      <dgm:spPr/>
    </dgm:pt>
    <dgm:pt modelId="{981DD610-97EB-4562-8D52-D02B6EA101E4}" type="pres">
      <dgm:prSet presAssocID="{95D5FF6C-9289-4956-B864-DFC52562A7F7}" presName="imagNode" presStyleLbl="fgImgPlace1" presStyleIdx="0" presStyleCnt="5" custScaleX="107657" custScaleY="101364" custLinFactNeighborX="-10956" custLinFactNeighborY="366"/>
      <dgm:spPr/>
    </dgm:pt>
    <dgm:pt modelId="{7F010DFD-1871-4832-B79E-2F0632F5E53B}" type="pres">
      <dgm:prSet presAssocID="{B06C9283-863B-4A33-A8C1-83AC1B5A802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C9BE6F6-6491-4204-B29F-9D418736B244}" type="pres">
      <dgm:prSet presAssocID="{D38B3752-0EA3-4B5E-B60D-A7E1DF58EDFC}" presName="compNode" presStyleCnt="0"/>
      <dgm:spPr/>
    </dgm:pt>
    <dgm:pt modelId="{38D2864E-07F8-4336-95E1-3A904DED98B1}" type="pres">
      <dgm:prSet presAssocID="{D38B3752-0EA3-4B5E-B60D-A7E1DF58EDFC}" presName="bkgdShape" presStyleLbl="node1" presStyleIdx="1" presStyleCnt="5"/>
      <dgm:spPr/>
      <dgm:t>
        <a:bodyPr/>
        <a:lstStyle/>
        <a:p>
          <a:endParaRPr lang="en-US"/>
        </a:p>
      </dgm:t>
    </dgm:pt>
    <dgm:pt modelId="{626FDC3B-0D88-4E1A-BB76-7C89DA457D41}" type="pres">
      <dgm:prSet presAssocID="{D38B3752-0EA3-4B5E-B60D-A7E1DF58EDFC}" presName="nodeTx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7306DA-4F97-4F4D-A891-B552647BA6CD}" type="pres">
      <dgm:prSet presAssocID="{D38B3752-0EA3-4B5E-B60D-A7E1DF58EDFC}" presName="invisiNode" presStyleLbl="node1" presStyleIdx="1" presStyleCnt="5"/>
      <dgm:spPr/>
    </dgm:pt>
    <dgm:pt modelId="{D2E51BED-3C1C-4D27-97AB-3A45447CC626}" type="pres">
      <dgm:prSet presAssocID="{D38B3752-0EA3-4B5E-B60D-A7E1DF58EDFC}" presName="imagNode" presStyleLbl="fgImgPlace1" presStyleIdx="1" presStyleCnt="5" custScaleX="123136" custScaleY="118334"/>
      <dgm:spPr/>
    </dgm:pt>
    <dgm:pt modelId="{9CDBBED6-CB4F-47C2-8331-19156F856035}" type="pres">
      <dgm:prSet presAssocID="{A72EA798-59AB-40CA-90C3-DE77A126FA0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C52217D-81F9-4CF1-B55E-CB4FEE060644}" type="pres">
      <dgm:prSet presAssocID="{9E3CADE6-565F-45EC-862A-AA502BD299F4}" presName="compNode" presStyleCnt="0"/>
      <dgm:spPr/>
    </dgm:pt>
    <dgm:pt modelId="{B0BB10A8-9B50-4970-AAE9-D84A2CCEAF22}" type="pres">
      <dgm:prSet presAssocID="{9E3CADE6-565F-45EC-862A-AA502BD299F4}" presName="bkgdShape" presStyleLbl="node1" presStyleIdx="2" presStyleCnt="5"/>
      <dgm:spPr/>
      <dgm:t>
        <a:bodyPr/>
        <a:lstStyle/>
        <a:p>
          <a:endParaRPr lang="en-US"/>
        </a:p>
      </dgm:t>
    </dgm:pt>
    <dgm:pt modelId="{84DA5DBF-3564-4BA3-9F92-D2AA3D693B55}" type="pres">
      <dgm:prSet presAssocID="{9E3CADE6-565F-45EC-862A-AA502BD299F4}" presName="nodeTx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51C417-3317-4873-91BE-EF3A399DE55A}" type="pres">
      <dgm:prSet presAssocID="{9E3CADE6-565F-45EC-862A-AA502BD299F4}" presName="invisiNode" presStyleLbl="node1" presStyleIdx="2" presStyleCnt="5"/>
      <dgm:spPr/>
    </dgm:pt>
    <dgm:pt modelId="{97EAC9A0-A0E5-484E-B8EB-B5D8FBC9B662}" type="pres">
      <dgm:prSet presAssocID="{9E3CADE6-565F-45EC-862A-AA502BD299F4}" presName="imagNode" presStyleLbl="fgImgPlace1" presStyleIdx="2" presStyleCnt="5" custScaleX="118477" custScaleY="118334"/>
      <dgm:spPr/>
    </dgm:pt>
    <dgm:pt modelId="{055955C0-5FA0-4679-BE73-4317D784BA95}" type="pres">
      <dgm:prSet presAssocID="{5966A2EF-3CBB-4D40-BE90-DBD761B5C25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F098018-053D-49E3-928F-B6CC465419C5}" type="pres">
      <dgm:prSet presAssocID="{6BD75ECC-02E8-4F4E-B3F9-831A250C80EF}" presName="compNode" presStyleCnt="0"/>
      <dgm:spPr/>
    </dgm:pt>
    <dgm:pt modelId="{7ED5B677-0E4D-4CA2-AF6F-C2FB409B5C3B}" type="pres">
      <dgm:prSet presAssocID="{6BD75ECC-02E8-4F4E-B3F9-831A250C80EF}" presName="bkgdShape" presStyleLbl="node1" presStyleIdx="3" presStyleCnt="5"/>
      <dgm:spPr/>
      <dgm:t>
        <a:bodyPr/>
        <a:lstStyle/>
        <a:p>
          <a:endParaRPr lang="en-US"/>
        </a:p>
      </dgm:t>
    </dgm:pt>
    <dgm:pt modelId="{14476E00-A3FB-4F3E-921E-A5C780AD5147}" type="pres">
      <dgm:prSet presAssocID="{6BD75ECC-02E8-4F4E-B3F9-831A250C80EF}" presName="nodeTx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EA4910-B6A9-4EBD-B5A2-637DF4689A2E}" type="pres">
      <dgm:prSet presAssocID="{6BD75ECC-02E8-4F4E-B3F9-831A250C80EF}" presName="invisiNode" presStyleLbl="node1" presStyleIdx="3" presStyleCnt="5"/>
      <dgm:spPr/>
    </dgm:pt>
    <dgm:pt modelId="{96A58819-6593-4C2B-ADD5-9984B66A9986}" type="pres">
      <dgm:prSet presAssocID="{6BD75ECC-02E8-4F4E-B3F9-831A250C80EF}" presName="imagNode" presStyleLbl="fgImgPlace1" presStyleIdx="3" presStyleCnt="5" custScaleX="119746" custScaleY="118334"/>
      <dgm:spPr/>
    </dgm:pt>
    <dgm:pt modelId="{3BA117C1-288F-407C-9BC1-0297988D6212}" type="pres">
      <dgm:prSet presAssocID="{51C6476C-4DBF-4647-B701-ABDC6BA39DE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C869EBD-F549-4A35-957F-395600E28B71}" type="pres">
      <dgm:prSet presAssocID="{9A92B578-3D58-4B37-B5FF-FF62A6B1B503}" presName="compNode" presStyleCnt="0"/>
      <dgm:spPr/>
    </dgm:pt>
    <dgm:pt modelId="{3AAE5FB2-3CDC-4B06-8D3D-6B3B36735B6E}" type="pres">
      <dgm:prSet presAssocID="{9A92B578-3D58-4B37-B5FF-FF62A6B1B503}" presName="bkgdShape" presStyleLbl="node1" presStyleIdx="4" presStyleCnt="5"/>
      <dgm:spPr/>
      <dgm:t>
        <a:bodyPr/>
        <a:lstStyle/>
        <a:p>
          <a:endParaRPr lang="en-US"/>
        </a:p>
      </dgm:t>
    </dgm:pt>
    <dgm:pt modelId="{E99B7F75-7DC2-4C92-A9D1-82B21188680E}" type="pres">
      <dgm:prSet presAssocID="{9A92B578-3D58-4B37-B5FF-FF62A6B1B503}" presName="nodeTx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B02188-A7F5-43B1-9AC1-6D32D926D264}" type="pres">
      <dgm:prSet presAssocID="{9A92B578-3D58-4B37-B5FF-FF62A6B1B503}" presName="invisiNode" presStyleLbl="node1" presStyleIdx="4" presStyleCnt="5"/>
      <dgm:spPr/>
    </dgm:pt>
    <dgm:pt modelId="{EA5F2903-FA46-45DE-8851-24CCC109AC3D}" type="pres">
      <dgm:prSet presAssocID="{9A92B578-3D58-4B37-B5FF-FF62A6B1B503}" presName="imagNode" presStyleLbl="fgImgPlace1" presStyleIdx="4" presStyleCnt="5" custScaleX="118051" custScaleY="118334"/>
      <dgm:spPr/>
    </dgm:pt>
  </dgm:ptLst>
  <dgm:cxnLst>
    <dgm:cxn modelId="{65D28F48-2F30-492E-979F-4C5351AC9E5E}" type="presOf" srcId="{9A92B578-3D58-4B37-B5FF-FF62A6B1B503}" destId="{E99B7F75-7DC2-4C92-A9D1-82B21188680E}" srcOrd="1" destOrd="0" presId="urn:microsoft.com/office/officeart/2005/8/layout/hList7"/>
    <dgm:cxn modelId="{02E62C4A-310C-4380-B5E8-A5D5CCD96AE2}" type="presOf" srcId="{51C6476C-4DBF-4647-B701-ABDC6BA39DE4}" destId="{3BA117C1-288F-407C-9BC1-0297988D6212}" srcOrd="0" destOrd="0" presId="urn:microsoft.com/office/officeart/2005/8/layout/hList7"/>
    <dgm:cxn modelId="{DF70E140-24AC-427C-BFA8-3A70D692B63A}" type="presOf" srcId="{95D5FF6C-9289-4956-B864-DFC52562A7F7}" destId="{DF1A801B-55F2-464C-98F8-CD9ED68D0631}" srcOrd="0" destOrd="0" presId="urn:microsoft.com/office/officeart/2005/8/layout/hList7"/>
    <dgm:cxn modelId="{2BF371A0-3C98-4A80-A455-5816FBD28CE0}" type="presOf" srcId="{5966A2EF-3CBB-4D40-BE90-DBD761B5C25B}" destId="{055955C0-5FA0-4679-BE73-4317D784BA95}" srcOrd="0" destOrd="0" presId="urn:microsoft.com/office/officeart/2005/8/layout/hList7"/>
    <dgm:cxn modelId="{C9E0B803-AD76-42F0-834A-4CBE1821D459}" type="presOf" srcId="{B06C9283-863B-4A33-A8C1-83AC1B5A8024}" destId="{7F010DFD-1871-4832-B79E-2F0632F5E53B}" srcOrd="0" destOrd="0" presId="urn:microsoft.com/office/officeart/2005/8/layout/hList7"/>
    <dgm:cxn modelId="{A8433CC9-B10D-4398-8CE6-FC4D700EDE3C}" type="presOf" srcId="{A72EA798-59AB-40CA-90C3-DE77A126FA08}" destId="{9CDBBED6-CB4F-47C2-8331-19156F856035}" srcOrd="0" destOrd="0" presId="urn:microsoft.com/office/officeart/2005/8/layout/hList7"/>
    <dgm:cxn modelId="{55919BCD-2898-4191-B196-E24C03464BD0}" type="presOf" srcId="{D38B3752-0EA3-4B5E-B60D-A7E1DF58EDFC}" destId="{38D2864E-07F8-4336-95E1-3A904DED98B1}" srcOrd="0" destOrd="0" presId="urn:microsoft.com/office/officeart/2005/8/layout/hList7"/>
    <dgm:cxn modelId="{467C4625-C776-45D1-868D-EE7C9C314FB4}" srcId="{312A1CE9-1798-498E-952B-D56E62438674}" destId="{6BD75ECC-02E8-4F4E-B3F9-831A250C80EF}" srcOrd="3" destOrd="0" parTransId="{D7B36922-8175-4962-8A51-2B511AA2C258}" sibTransId="{51C6476C-4DBF-4647-B701-ABDC6BA39DE4}"/>
    <dgm:cxn modelId="{FFCDC430-0502-4A71-A48B-FE73032447AB}" type="presOf" srcId="{9E3CADE6-565F-45EC-862A-AA502BD299F4}" destId="{84DA5DBF-3564-4BA3-9F92-D2AA3D693B55}" srcOrd="1" destOrd="0" presId="urn:microsoft.com/office/officeart/2005/8/layout/hList7"/>
    <dgm:cxn modelId="{4D69E711-BCA5-4B87-90CD-CF40F35F18C3}" type="presOf" srcId="{9E3CADE6-565F-45EC-862A-AA502BD299F4}" destId="{B0BB10A8-9B50-4970-AAE9-D84A2CCEAF22}" srcOrd="0" destOrd="0" presId="urn:microsoft.com/office/officeart/2005/8/layout/hList7"/>
    <dgm:cxn modelId="{FEC61162-ACCF-49C5-871C-27BA22D31038}" srcId="{312A1CE9-1798-498E-952B-D56E62438674}" destId="{D38B3752-0EA3-4B5E-B60D-A7E1DF58EDFC}" srcOrd="1" destOrd="0" parTransId="{887AF547-1D89-4E7D-BFDE-4F7F7D8F0390}" sibTransId="{A72EA798-59AB-40CA-90C3-DE77A126FA08}"/>
    <dgm:cxn modelId="{4FA83BE2-EC73-4877-B804-0D161770C4C9}" type="presOf" srcId="{6BD75ECC-02E8-4F4E-B3F9-831A250C80EF}" destId="{14476E00-A3FB-4F3E-921E-A5C780AD5147}" srcOrd="1" destOrd="0" presId="urn:microsoft.com/office/officeart/2005/8/layout/hList7"/>
    <dgm:cxn modelId="{7426ABBF-784F-4BA0-A27E-2ACF1B660BD2}" srcId="{312A1CE9-1798-498E-952B-D56E62438674}" destId="{9A92B578-3D58-4B37-B5FF-FF62A6B1B503}" srcOrd="4" destOrd="0" parTransId="{F288E52C-53B6-4DA2-8B98-C0ACFF589270}" sibTransId="{47EBF65A-91E5-4D33-9272-B806446A93E5}"/>
    <dgm:cxn modelId="{444B513D-0EC1-4ACB-AD96-4FE8D46DDE6E}" type="presOf" srcId="{6BD75ECC-02E8-4F4E-B3F9-831A250C80EF}" destId="{7ED5B677-0E4D-4CA2-AF6F-C2FB409B5C3B}" srcOrd="0" destOrd="0" presId="urn:microsoft.com/office/officeart/2005/8/layout/hList7"/>
    <dgm:cxn modelId="{AC813CF6-6BF0-4450-AEFA-FDE9137759F6}" type="presOf" srcId="{9A92B578-3D58-4B37-B5FF-FF62A6B1B503}" destId="{3AAE5FB2-3CDC-4B06-8D3D-6B3B36735B6E}" srcOrd="0" destOrd="0" presId="urn:microsoft.com/office/officeart/2005/8/layout/hList7"/>
    <dgm:cxn modelId="{5A8814F9-698F-492E-A544-814F2A651820}" type="presOf" srcId="{95D5FF6C-9289-4956-B864-DFC52562A7F7}" destId="{4F0C2CCE-E778-437D-AFBC-CFC5E1280523}" srcOrd="1" destOrd="0" presId="urn:microsoft.com/office/officeart/2005/8/layout/hList7"/>
    <dgm:cxn modelId="{39BFDF56-2B27-42D7-9025-88301ACFC1A9}" type="presOf" srcId="{312A1CE9-1798-498E-952B-D56E62438674}" destId="{6DB09126-F44D-4555-9752-9E2489533BAE}" srcOrd="0" destOrd="0" presId="urn:microsoft.com/office/officeart/2005/8/layout/hList7"/>
    <dgm:cxn modelId="{E34AEF73-5CC7-4539-89AD-85BB3AEC8B3A}" type="presOf" srcId="{D38B3752-0EA3-4B5E-B60D-A7E1DF58EDFC}" destId="{626FDC3B-0D88-4E1A-BB76-7C89DA457D41}" srcOrd="1" destOrd="0" presId="urn:microsoft.com/office/officeart/2005/8/layout/hList7"/>
    <dgm:cxn modelId="{8C56B0A7-737D-4988-A42E-5E6A38DE79CB}" srcId="{312A1CE9-1798-498E-952B-D56E62438674}" destId="{95D5FF6C-9289-4956-B864-DFC52562A7F7}" srcOrd="0" destOrd="0" parTransId="{7597EE0F-B777-4A6F-8A89-2F6F651D9D66}" sibTransId="{B06C9283-863B-4A33-A8C1-83AC1B5A8024}"/>
    <dgm:cxn modelId="{B33544EC-D196-478F-AC17-DE8CE90679B5}" srcId="{312A1CE9-1798-498E-952B-D56E62438674}" destId="{9E3CADE6-565F-45EC-862A-AA502BD299F4}" srcOrd="2" destOrd="0" parTransId="{D8033D00-8B77-4D23-9D74-B22275FE21C1}" sibTransId="{5966A2EF-3CBB-4D40-BE90-DBD761B5C25B}"/>
    <dgm:cxn modelId="{C58D20A8-4D3C-4E1A-9DBA-95FE71F1AACD}" type="presParOf" srcId="{6DB09126-F44D-4555-9752-9E2489533BAE}" destId="{4EC521B3-5FEA-43C4-8D15-9976E9618F59}" srcOrd="0" destOrd="0" presId="urn:microsoft.com/office/officeart/2005/8/layout/hList7"/>
    <dgm:cxn modelId="{A5FC7C9B-2DCB-4705-B685-FF307AC67AAE}" type="presParOf" srcId="{6DB09126-F44D-4555-9752-9E2489533BAE}" destId="{212E1C6F-F98C-4E99-A80D-D8CDBB2A9768}" srcOrd="1" destOrd="0" presId="urn:microsoft.com/office/officeart/2005/8/layout/hList7"/>
    <dgm:cxn modelId="{89CACD6E-EC1E-4D90-B058-8E87C3EAA6EF}" type="presParOf" srcId="{212E1C6F-F98C-4E99-A80D-D8CDBB2A9768}" destId="{9C6808F3-1B1E-41EF-85D8-2DEFF200294F}" srcOrd="0" destOrd="0" presId="urn:microsoft.com/office/officeart/2005/8/layout/hList7"/>
    <dgm:cxn modelId="{79A7EE90-48F7-4BD6-BCC9-19325D3FA663}" type="presParOf" srcId="{9C6808F3-1B1E-41EF-85D8-2DEFF200294F}" destId="{DF1A801B-55F2-464C-98F8-CD9ED68D0631}" srcOrd="0" destOrd="0" presId="urn:microsoft.com/office/officeart/2005/8/layout/hList7"/>
    <dgm:cxn modelId="{F8D0729F-8A01-43F7-A054-660BE363F50B}" type="presParOf" srcId="{9C6808F3-1B1E-41EF-85D8-2DEFF200294F}" destId="{4F0C2CCE-E778-437D-AFBC-CFC5E1280523}" srcOrd="1" destOrd="0" presId="urn:microsoft.com/office/officeart/2005/8/layout/hList7"/>
    <dgm:cxn modelId="{587C339B-262E-4CD8-AC6B-FC11341CDB13}" type="presParOf" srcId="{9C6808F3-1B1E-41EF-85D8-2DEFF200294F}" destId="{F0A87294-2A40-4814-8E12-228910BD080F}" srcOrd="2" destOrd="0" presId="urn:microsoft.com/office/officeart/2005/8/layout/hList7"/>
    <dgm:cxn modelId="{8FEB42AA-D7B4-4D4F-86AE-B0F32999042F}" type="presParOf" srcId="{9C6808F3-1B1E-41EF-85D8-2DEFF200294F}" destId="{981DD610-97EB-4562-8D52-D02B6EA101E4}" srcOrd="3" destOrd="0" presId="urn:microsoft.com/office/officeart/2005/8/layout/hList7"/>
    <dgm:cxn modelId="{9DC3AA62-721A-4EF1-BBAB-F1FB6309DDA0}" type="presParOf" srcId="{212E1C6F-F98C-4E99-A80D-D8CDBB2A9768}" destId="{7F010DFD-1871-4832-B79E-2F0632F5E53B}" srcOrd="1" destOrd="0" presId="urn:microsoft.com/office/officeart/2005/8/layout/hList7"/>
    <dgm:cxn modelId="{6C48BF29-1278-4A8F-ABFC-0DA3B1F58DD6}" type="presParOf" srcId="{212E1C6F-F98C-4E99-A80D-D8CDBB2A9768}" destId="{5C9BE6F6-6491-4204-B29F-9D418736B244}" srcOrd="2" destOrd="0" presId="urn:microsoft.com/office/officeart/2005/8/layout/hList7"/>
    <dgm:cxn modelId="{07EA9BA5-F540-4C99-BCB2-42ABE967A982}" type="presParOf" srcId="{5C9BE6F6-6491-4204-B29F-9D418736B244}" destId="{38D2864E-07F8-4336-95E1-3A904DED98B1}" srcOrd="0" destOrd="0" presId="urn:microsoft.com/office/officeart/2005/8/layout/hList7"/>
    <dgm:cxn modelId="{6C0AB2FD-6DDF-4015-8E6C-86D399EE5CB4}" type="presParOf" srcId="{5C9BE6F6-6491-4204-B29F-9D418736B244}" destId="{626FDC3B-0D88-4E1A-BB76-7C89DA457D41}" srcOrd="1" destOrd="0" presId="urn:microsoft.com/office/officeart/2005/8/layout/hList7"/>
    <dgm:cxn modelId="{6FA95FF9-812B-43E4-8DA2-FA8767142202}" type="presParOf" srcId="{5C9BE6F6-6491-4204-B29F-9D418736B244}" destId="{377306DA-4F97-4F4D-A891-B552647BA6CD}" srcOrd="2" destOrd="0" presId="urn:microsoft.com/office/officeart/2005/8/layout/hList7"/>
    <dgm:cxn modelId="{5B6E929D-71F6-4743-8784-CD906572F7F6}" type="presParOf" srcId="{5C9BE6F6-6491-4204-B29F-9D418736B244}" destId="{D2E51BED-3C1C-4D27-97AB-3A45447CC626}" srcOrd="3" destOrd="0" presId="urn:microsoft.com/office/officeart/2005/8/layout/hList7"/>
    <dgm:cxn modelId="{16FE71AE-FC4E-407F-8B70-C33431C34389}" type="presParOf" srcId="{212E1C6F-F98C-4E99-A80D-D8CDBB2A9768}" destId="{9CDBBED6-CB4F-47C2-8331-19156F856035}" srcOrd="3" destOrd="0" presId="urn:microsoft.com/office/officeart/2005/8/layout/hList7"/>
    <dgm:cxn modelId="{6CF73D30-89D2-44D5-AEC2-779AB1A02AFC}" type="presParOf" srcId="{212E1C6F-F98C-4E99-A80D-D8CDBB2A9768}" destId="{6C52217D-81F9-4CF1-B55E-CB4FEE060644}" srcOrd="4" destOrd="0" presId="urn:microsoft.com/office/officeart/2005/8/layout/hList7"/>
    <dgm:cxn modelId="{E4E3DF48-BC7C-4574-B978-595E718FE772}" type="presParOf" srcId="{6C52217D-81F9-4CF1-B55E-CB4FEE060644}" destId="{B0BB10A8-9B50-4970-AAE9-D84A2CCEAF22}" srcOrd="0" destOrd="0" presId="urn:microsoft.com/office/officeart/2005/8/layout/hList7"/>
    <dgm:cxn modelId="{D7223A19-FD16-4C37-927A-4A7A04F04744}" type="presParOf" srcId="{6C52217D-81F9-4CF1-B55E-CB4FEE060644}" destId="{84DA5DBF-3564-4BA3-9F92-D2AA3D693B55}" srcOrd="1" destOrd="0" presId="urn:microsoft.com/office/officeart/2005/8/layout/hList7"/>
    <dgm:cxn modelId="{56C819C8-D0A4-4963-9D35-E80F3921E8E7}" type="presParOf" srcId="{6C52217D-81F9-4CF1-B55E-CB4FEE060644}" destId="{E751C417-3317-4873-91BE-EF3A399DE55A}" srcOrd="2" destOrd="0" presId="urn:microsoft.com/office/officeart/2005/8/layout/hList7"/>
    <dgm:cxn modelId="{15677E8C-D6A8-4FDD-97CA-53ED8CBE7C99}" type="presParOf" srcId="{6C52217D-81F9-4CF1-B55E-CB4FEE060644}" destId="{97EAC9A0-A0E5-484E-B8EB-B5D8FBC9B662}" srcOrd="3" destOrd="0" presId="urn:microsoft.com/office/officeart/2005/8/layout/hList7"/>
    <dgm:cxn modelId="{D316F079-05DC-43A1-97BB-5CCB50C1F53A}" type="presParOf" srcId="{212E1C6F-F98C-4E99-A80D-D8CDBB2A9768}" destId="{055955C0-5FA0-4679-BE73-4317D784BA95}" srcOrd="5" destOrd="0" presId="urn:microsoft.com/office/officeart/2005/8/layout/hList7"/>
    <dgm:cxn modelId="{58F2D2E3-1F71-4C76-A44B-32DBD963C9CB}" type="presParOf" srcId="{212E1C6F-F98C-4E99-A80D-D8CDBB2A9768}" destId="{AF098018-053D-49E3-928F-B6CC465419C5}" srcOrd="6" destOrd="0" presId="urn:microsoft.com/office/officeart/2005/8/layout/hList7"/>
    <dgm:cxn modelId="{2F43180E-7870-4828-8341-D5D095BBD1C5}" type="presParOf" srcId="{AF098018-053D-49E3-928F-B6CC465419C5}" destId="{7ED5B677-0E4D-4CA2-AF6F-C2FB409B5C3B}" srcOrd="0" destOrd="0" presId="urn:microsoft.com/office/officeart/2005/8/layout/hList7"/>
    <dgm:cxn modelId="{F3C6D443-2FFD-4B1F-884E-F0818A047AF7}" type="presParOf" srcId="{AF098018-053D-49E3-928F-B6CC465419C5}" destId="{14476E00-A3FB-4F3E-921E-A5C780AD5147}" srcOrd="1" destOrd="0" presId="urn:microsoft.com/office/officeart/2005/8/layout/hList7"/>
    <dgm:cxn modelId="{EFC16004-E8CE-48CF-98B2-89B7AD09F38F}" type="presParOf" srcId="{AF098018-053D-49E3-928F-B6CC465419C5}" destId="{E2EA4910-B6A9-4EBD-B5A2-637DF4689A2E}" srcOrd="2" destOrd="0" presId="urn:microsoft.com/office/officeart/2005/8/layout/hList7"/>
    <dgm:cxn modelId="{7D22EC1B-8985-4F3D-B850-ACA0008B6ED3}" type="presParOf" srcId="{AF098018-053D-49E3-928F-B6CC465419C5}" destId="{96A58819-6593-4C2B-ADD5-9984B66A9986}" srcOrd="3" destOrd="0" presId="urn:microsoft.com/office/officeart/2005/8/layout/hList7"/>
    <dgm:cxn modelId="{3F878D95-B03B-478B-80BA-0B8AD27CF2C5}" type="presParOf" srcId="{212E1C6F-F98C-4E99-A80D-D8CDBB2A9768}" destId="{3BA117C1-288F-407C-9BC1-0297988D6212}" srcOrd="7" destOrd="0" presId="urn:microsoft.com/office/officeart/2005/8/layout/hList7"/>
    <dgm:cxn modelId="{DE9C44A5-E41E-49CF-9E22-45FBBEA86DD9}" type="presParOf" srcId="{212E1C6F-F98C-4E99-A80D-D8CDBB2A9768}" destId="{5C869EBD-F549-4A35-957F-395600E28B71}" srcOrd="8" destOrd="0" presId="urn:microsoft.com/office/officeart/2005/8/layout/hList7"/>
    <dgm:cxn modelId="{BB370E78-42B9-48E0-B2D9-E375F01188FA}" type="presParOf" srcId="{5C869EBD-F549-4A35-957F-395600E28B71}" destId="{3AAE5FB2-3CDC-4B06-8D3D-6B3B36735B6E}" srcOrd="0" destOrd="0" presId="urn:microsoft.com/office/officeart/2005/8/layout/hList7"/>
    <dgm:cxn modelId="{B1BC3ACB-3421-445C-8200-0A8CF7FDDEE1}" type="presParOf" srcId="{5C869EBD-F549-4A35-957F-395600E28B71}" destId="{E99B7F75-7DC2-4C92-A9D1-82B21188680E}" srcOrd="1" destOrd="0" presId="urn:microsoft.com/office/officeart/2005/8/layout/hList7"/>
    <dgm:cxn modelId="{39DB5754-4EE1-49E0-9700-EEA19F509B10}" type="presParOf" srcId="{5C869EBD-F549-4A35-957F-395600E28B71}" destId="{75B02188-A7F5-43B1-9AC1-6D32D926D264}" srcOrd="2" destOrd="0" presId="urn:microsoft.com/office/officeart/2005/8/layout/hList7"/>
    <dgm:cxn modelId="{BCA96E5C-30AB-4C28-8803-BF53E8CEB41C}" type="presParOf" srcId="{5C869EBD-F549-4A35-957F-395600E28B71}" destId="{EA5F2903-FA46-45DE-8851-24CCC109AC3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F3D90F-D7FD-4263-B3CD-47F2577805DF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A26D9A-8E4A-43C4-ABD8-8B14014E3EA2}">
      <dgm:prSet/>
      <dgm:spPr/>
      <dgm:t>
        <a:bodyPr/>
        <a:lstStyle/>
        <a:p>
          <a:r>
            <a:rPr lang="en-US" smtClean="0"/>
            <a:t>Health Department</a:t>
          </a:r>
          <a:endParaRPr lang="en-US"/>
        </a:p>
      </dgm:t>
    </dgm:pt>
    <dgm:pt modelId="{FB0FB389-4C56-4870-8B6A-F56D7899B908}" type="parTrans" cxnId="{34C005FB-2976-4FC3-AEE5-DEAFA5AA8938}">
      <dgm:prSet/>
      <dgm:spPr/>
      <dgm:t>
        <a:bodyPr/>
        <a:lstStyle/>
        <a:p>
          <a:endParaRPr lang="en-US"/>
        </a:p>
      </dgm:t>
    </dgm:pt>
    <dgm:pt modelId="{0CDFE52A-4DC0-4335-88F1-F104C5F83469}" type="sibTrans" cxnId="{34C005FB-2976-4FC3-AEE5-DEAFA5AA8938}">
      <dgm:prSet/>
      <dgm:spPr/>
      <dgm:t>
        <a:bodyPr/>
        <a:lstStyle/>
        <a:p>
          <a:endParaRPr lang="en-US"/>
        </a:p>
      </dgm:t>
    </dgm:pt>
    <dgm:pt modelId="{FA5D7E69-EC11-49C3-AA8C-6A19DF7BA048}">
      <dgm:prSet/>
      <dgm:spPr/>
      <dgm:t>
        <a:bodyPr/>
        <a:lstStyle/>
        <a:p>
          <a:r>
            <a:rPr lang="en-US" smtClean="0"/>
            <a:t>Livestock Department</a:t>
          </a:r>
          <a:endParaRPr lang="en-US"/>
        </a:p>
      </dgm:t>
    </dgm:pt>
    <dgm:pt modelId="{6EF80444-4D6F-47AD-9213-D73382475C89}" type="parTrans" cxnId="{25C03AD3-B924-4190-BA90-71BAB9AD3E9F}">
      <dgm:prSet/>
      <dgm:spPr/>
      <dgm:t>
        <a:bodyPr/>
        <a:lstStyle/>
        <a:p>
          <a:endParaRPr lang="en-US"/>
        </a:p>
      </dgm:t>
    </dgm:pt>
    <dgm:pt modelId="{BEBEAB41-136C-4EC9-947C-0ED63AB10A13}" type="sibTrans" cxnId="{25C03AD3-B924-4190-BA90-71BAB9AD3E9F}">
      <dgm:prSet/>
      <dgm:spPr/>
      <dgm:t>
        <a:bodyPr/>
        <a:lstStyle/>
        <a:p>
          <a:endParaRPr lang="en-US"/>
        </a:p>
      </dgm:t>
    </dgm:pt>
    <dgm:pt modelId="{577B0765-C143-46D3-9EC1-1BAD84F0E6C6}">
      <dgm:prSet/>
      <dgm:spPr/>
      <dgm:t>
        <a:bodyPr/>
        <a:lstStyle/>
        <a:p>
          <a:r>
            <a:rPr lang="en-US" smtClean="0"/>
            <a:t>Education Department</a:t>
          </a:r>
          <a:endParaRPr lang="en-US"/>
        </a:p>
      </dgm:t>
    </dgm:pt>
    <dgm:pt modelId="{40D79D41-341B-42D2-A038-8D0672FB20B4}" type="parTrans" cxnId="{29EE7110-3307-4F06-B2CF-58D017F18190}">
      <dgm:prSet/>
      <dgm:spPr/>
      <dgm:t>
        <a:bodyPr/>
        <a:lstStyle/>
        <a:p>
          <a:endParaRPr lang="en-US"/>
        </a:p>
      </dgm:t>
    </dgm:pt>
    <dgm:pt modelId="{9687AB72-D160-4B72-A882-7233674DD45B}" type="sibTrans" cxnId="{29EE7110-3307-4F06-B2CF-58D017F18190}">
      <dgm:prSet/>
      <dgm:spPr/>
      <dgm:t>
        <a:bodyPr/>
        <a:lstStyle/>
        <a:p>
          <a:endParaRPr lang="en-US"/>
        </a:p>
      </dgm:t>
    </dgm:pt>
    <dgm:pt modelId="{18C4BA1D-29C7-4501-88E8-278D0C577472}">
      <dgm:prSet/>
      <dgm:spPr/>
      <dgm:t>
        <a:bodyPr/>
        <a:lstStyle/>
        <a:p>
          <a:r>
            <a:rPr lang="en-US" smtClean="0"/>
            <a:t>Agriculture Department</a:t>
          </a:r>
          <a:endParaRPr lang="en-US"/>
        </a:p>
      </dgm:t>
    </dgm:pt>
    <dgm:pt modelId="{826A741D-F2AA-4E5A-8925-DBB8FDB248CA}" type="parTrans" cxnId="{4A478371-E31B-4274-BFBE-7BE3DEB8A5DF}">
      <dgm:prSet/>
      <dgm:spPr/>
      <dgm:t>
        <a:bodyPr/>
        <a:lstStyle/>
        <a:p>
          <a:endParaRPr lang="en-US"/>
        </a:p>
      </dgm:t>
    </dgm:pt>
    <dgm:pt modelId="{0B0C1105-7E0B-438A-A2BA-2073495F8283}" type="sibTrans" cxnId="{4A478371-E31B-4274-BFBE-7BE3DEB8A5DF}">
      <dgm:prSet/>
      <dgm:spPr/>
      <dgm:t>
        <a:bodyPr/>
        <a:lstStyle/>
        <a:p>
          <a:endParaRPr lang="en-US"/>
        </a:p>
      </dgm:t>
    </dgm:pt>
    <dgm:pt modelId="{B0B740E6-9504-47CB-9154-9799F5F23CFA}">
      <dgm:prSet/>
      <dgm:spPr/>
      <dgm:t>
        <a:bodyPr/>
        <a:lstStyle/>
        <a:p>
          <a:r>
            <a:rPr lang="en-US" dirty="0" smtClean="0"/>
            <a:t>Local Government Department</a:t>
          </a:r>
          <a:endParaRPr lang="en-US" dirty="0"/>
        </a:p>
      </dgm:t>
    </dgm:pt>
    <dgm:pt modelId="{EDD1041B-B24D-48D0-9B24-AEFE22557060}" type="parTrans" cxnId="{5B6F289E-28FE-4C14-855F-4D10322579D5}">
      <dgm:prSet/>
      <dgm:spPr/>
      <dgm:t>
        <a:bodyPr/>
        <a:lstStyle/>
        <a:p>
          <a:endParaRPr lang="en-US"/>
        </a:p>
      </dgm:t>
    </dgm:pt>
    <dgm:pt modelId="{458D7111-4F99-4FF0-8587-5D78667CBC2C}" type="sibTrans" cxnId="{5B6F289E-28FE-4C14-855F-4D10322579D5}">
      <dgm:prSet/>
      <dgm:spPr/>
      <dgm:t>
        <a:bodyPr/>
        <a:lstStyle/>
        <a:p>
          <a:endParaRPr lang="en-US"/>
        </a:p>
      </dgm:t>
    </dgm:pt>
    <dgm:pt modelId="{EA74E0E7-7423-4E28-84DD-6F714EB2C198}" type="pres">
      <dgm:prSet presAssocID="{AFF3D90F-D7FD-4263-B3CD-47F2577805DF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34393E-6F1B-491A-96D0-D3CBC852D3BF}" type="pres">
      <dgm:prSet presAssocID="{08A26D9A-8E4A-43C4-ABD8-8B14014E3EA2}" presName="circ1" presStyleLbl="vennNode1" presStyleIdx="0" presStyleCnt="5"/>
      <dgm:spPr/>
    </dgm:pt>
    <dgm:pt modelId="{AE51B085-1893-4AA9-96C3-68700D7C0561}" type="pres">
      <dgm:prSet presAssocID="{08A26D9A-8E4A-43C4-ABD8-8B14014E3EA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158D3A-10E2-4E9A-B929-06B3D721D0C8}" type="pres">
      <dgm:prSet presAssocID="{FA5D7E69-EC11-49C3-AA8C-6A19DF7BA048}" presName="circ2" presStyleLbl="vennNode1" presStyleIdx="1" presStyleCnt="5"/>
      <dgm:spPr/>
    </dgm:pt>
    <dgm:pt modelId="{C79C76CB-A889-4177-9B72-C3D9FB2DC0C2}" type="pres">
      <dgm:prSet presAssocID="{FA5D7E69-EC11-49C3-AA8C-6A19DF7BA04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4579BB-83D1-40C4-B766-A37C62E4A3E8}" type="pres">
      <dgm:prSet presAssocID="{577B0765-C143-46D3-9EC1-1BAD84F0E6C6}" presName="circ3" presStyleLbl="vennNode1" presStyleIdx="2" presStyleCnt="5"/>
      <dgm:spPr/>
    </dgm:pt>
    <dgm:pt modelId="{4B607E3A-617E-445B-8758-5B79E2B0ACCE}" type="pres">
      <dgm:prSet presAssocID="{577B0765-C143-46D3-9EC1-1BAD84F0E6C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D63383-6B76-42EF-88B7-513F92DE0667}" type="pres">
      <dgm:prSet presAssocID="{18C4BA1D-29C7-4501-88E8-278D0C577472}" presName="circ4" presStyleLbl="vennNode1" presStyleIdx="3" presStyleCnt="5"/>
      <dgm:spPr/>
    </dgm:pt>
    <dgm:pt modelId="{963C5C36-7F7E-4B2F-9558-9B77AF9DC3A2}" type="pres">
      <dgm:prSet presAssocID="{18C4BA1D-29C7-4501-88E8-278D0C57747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CF58DB-9BC1-44EF-93AB-2D4A007E61A3}" type="pres">
      <dgm:prSet presAssocID="{B0B740E6-9504-47CB-9154-9799F5F23CFA}" presName="circ5" presStyleLbl="vennNode1" presStyleIdx="4" presStyleCnt="5"/>
      <dgm:spPr/>
    </dgm:pt>
    <dgm:pt modelId="{BEBABD37-6600-483C-ADBB-5AE84CF78F0A}" type="pres">
      <dgm:prSet presAssocID="{B0B740E6-9504-47CB-9154-9799F5F23CFA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C03AD3-B924-4190-BA90-71BAB9AD3E9F}" srcId="{AFF3D90F-D7FD-4263-B3CD-47F2577805DF}" destId="{FA5D7E69-EC11-49C3-AA8C-6A19DF7BA048}" srcOrd="1" destOrd="0" parTransId="{6EF80444-4D6F-47AD-9213-D73382475C89}" sibTransId="{BEBEAB41-136C-4EC9-947C-0ED63AB10A13}"/>
    <dgm:cxn modelId="{5B6F289E-28FE-4C14-855F-4D10322579D5}" srcId="{AFF3D90F-D7FD-4263-B3CD-47F2577805DF}" destId="{B0B740E6-9504-47CB-9154-9799F5F23CFA}" srcOrd="4" destOrd="0" parTransId="{EDD1041B-B24D-48D0-9B24-AEFE22557060}" sibTransId="{458D7111-4F99-4FF0-8587-5D78667CBC2C}"/>
    <dgm:cxn modelId="{46945EA5-2370-4AAC-9938-D1F37225F563}" type="presOf" srcId="{08A26D9A-8E4A-43C4-ABD8-8B14014E3EA2}" destId="{AE51B085-1893-4AA9-96C3-68700D7C0561}" srcOrd="0" destOrd="0" presId="urn:microsoft.com/office/officeart/2005/8/layout/venn1"/>
    <dgm:cxn modelId="{FF52D4AC-EDB0-4F13-8D08-482B14186807}" type="presOf" srcId="{18C4BA1D-29C7-4501-88E8-278D0C577472}" destId="{963C5C36-7F7E-4B2F-9558-9B77AF9DC3A2}" srcOrd="0" destOrd="0" presId="urn:microsoft.com/office/officeart/2005/8/layout/venn1"/>
    <dgm:cxn modelId="{4A478371-E31B-4274-BFBE-7BE3DEB8A5DF}" srcId="{AFF3D90F-D7FD-4263-B3CD-47F2577805DF}" destId="{18C4BA1D-29C7-4501-88E8-278D0C577472}" srcOrd="3" destOrd="0" parTransId="{826A741D-F2AA-4E5A-8925-DBB8FDB248CA}" sibTransId="{0B0C1105-7E0B-438A-A2BA-2073495F8283}"/>
    <dgm:cxn modelId="{AAE57DC3-99D2-4E22-A61B-B4FB7CF64653}" type="presOf" srcId="{577B0765-C143-46D3-9EC1-1BAD84F0E6C6}" destId="{4B607E3A-617E-445B-8758-5B79E2B0ACCE}" srcOrd="0" destOrd="0" presId="urn:microsoft.com/office/officeart/2005/8/layout/venn1"/>
    <dgm:cxn modelId="{7E8AB569-B1A1-49D7-A042-DB084553858F}" type="presOf" srcId="{B0B740E6-9504-47CB-9154-9799F5F23CFA}" destId="{BEBABD37-6600-483C-ADBB-5AE84CF78F0A}" srcOrd="0" destOrd="0" presId="urn:microsoft.com/office/officeart/2005/8/layout/venn1"/>
    <dgm:cxn modelId="{29EE7110-3307-4F06-B2CF-58D017F18190}" srcId="{AFF3D90F-D7FD-4263-B3CD-47F2577805DF}" destId="{577B0765-C143-46D3-9EC1-1BAD84F0E6C6}" srcOrd="2" destOrd="0" parTransId="{40D79D41-341B-42D2-A038-8D0672FB20B4}" sibTransId="{9687AB72-D160-4B72-A882-7233674DD45B}"/>
    <dgm:cxn modelId="{34C005FB-2976-4FC3-AEE5-DEAFA5AA8938}" srcId="{AFF3D90F-D7FD-4263-B3CD-47F2577805DF}" destId="{08A26D9A-8E4A-43C4-ABD8-8B14014E3EA2}" srcOrd="0" destOrd="0" parTransId="{FB0FB389-4C56-4870-8B6A-F56D7899B908}" sibTransId="{0CDFE52A-4DC0-4335-88F1-F104C5F83469}"/>
    <dgm:cxn modelId="{7CA414C3-709E-4F74-80C2-A9DB34667951}" type="presOf" srcId="{AFF3D90F-D7FD-4263-B3CD-47F2577805DF}" destId="{EA74E0E7-7423-4E28-84DD-6F714EB2C198}" srcOrd="0" destOrd="0" presId="urn:microsoft.com/office/officeart/2005/8/layout/venn1"/>
    <dgm:cxn modelId="{814960F0-8CAD-4C78-9F4D-027ED9A295E4}" type="presOf" srcId="{FA5D7E69-EC11-49C3-AA8C-6A19DF7BA048}" destId="{C79C76CB-A889-4177-9B72-C3D9FB2DC0C2}" srcOrd="0" destOrd="0" presId="urn:microsoft.com/office/officeart/2005/8/layout/venn1"/>
    <dgm:cxn modelId="{00924094-4C99-428E-8DC8-EF94CF93E590}" type="presParOf" srcId="{EA74E0E7-7423-4E28-84DD-6F714EB2C198}" destId="{0634393E-6F1B-491A-96D0-D3CBC852D3BF}" srcOrd="0" destOrd="0" presId="urn:microsoft.com/office/officeart/2005/8/layout/venn1"/>
    <dgm:cxn modelId="{A4242D73-6077-41C8-8188-40761DA33DF6}" type="presParOf" srcId="{EA74E0E7-7423-4E28-84DD-6F714EB2C198}" destId="{AE51B085-1893-4AA9-96C3-68700D7C0561}" srcOrd="1" destOrd="0" presId="urn:microsoft.com/office/officeart/2005/8/layout/venn1"/>
    <dgm:cxn modelId="{27B66956-F364-4A77-AEF4-26EC786B1BA0}" type="presParOf" srcId="{EA74E0E7-7423-4E28-84DD-6F714EB2C198}" destId="{7A158D3A-10E2-4E9A-B929-06B3D721D0C8}" srcOrd="2" destOrd="0" presId="urn:microsoft.com/office/officeart/2005/8/layout/venn1"/>
    <dgm:cxn modelId="{8AD5CD5C-8123-4584-B41F-3809D6BE4E0C}" type="presParOf" srcId="{EA74E0E7-7423-4E28-84DD-6F714EB2C198}" destId="{C79C76CB-A889-4177-9B72-C3D9FB2DC0C2}" srcOrd="3" destOrd="0" presId="urn:microsoft.com/office/officeart/2005/8/layout/venn1"/>
    <dgm:cxn modelId="{F4291696-4DF9-406E-93B1-88D4BA07019D}" type="presParOf" srcId="{EA74E0E7-7423-4E28-84DD-6F714EB2C198}" destId="{694579BB-83D1-40C4-B766-A37C62E4A3E8}" srcOrd="4" destOrd="0" presId="urn:microsoft.com/office/officeart/2005/8/layout/venn1"/>
    <dgm:cxn modelId="{C62CD870-A270-48C9-9BC3-225E44BE7F47}" type="presParOf" srcId="{EA74E0E7-7423-4E28-84DD-6F714EB2C198}" destId="{4B607E3A-617E-445B-8758-5B79E2B0ACCE}" srcOrd="5" destOrd="0" presId="urn:microsoft.com/office/officeart/2005/8/layout/venn1"/>
    <dgm:cxn modelId="{FAB00E16-3067-424C-8D13-5ECA6F23C507}" type="presParOf" srcId="{EA74E0E7-7423-4E28-84DD-6F714EB2C198}" destId="{62D63383-6B76-42EF-88B7-513F92DE0667}" srcOrd="6" destOrd="0" presId="urn:microsoft.com/office/officeart/2005/8/layout/venn1"/>
    <dgm:cxn modelId="{468DF478-5104-496E-A98F-F0BB37008305}" type="presParOf" srcId="{EA74E0E7-7423-4E28-84DD-6F714EB2C198}" destId="{963C5C36-7F7E-4B2F-9558-9B77AF9DC3A2}" srcOrd="7" destOrd="0" presId="urn:microsoft.com/office/officeart/2005/8/layout/venn1"/>
    <dgm:cxn modelId="{F5D6A42A-BBB3-4DDF-AE8C-5A802647B124}" type="presParOf" srcId="{EA74E0E7-7423-4E28-84DD-6F714EB2C198}" destId="{A4CF58DB-9BC1-44EF-93AB-2D4A007E61A3}" srcOrd="8" destOrd="0" presId="urn:microsoft.com/office/officeart/2005/8/layout/venn1"/>
    <dgm:cxn modelId="{AE65FCE3-FF29-469F-B3A4-23C3BBA176DE}" type="presParOf" srcId="{EA74E0E7-7423-4E28-84DD-6F714EB2C198}" destId="{BEBABD37-6600-483C-ADBB-5AE84CF78F0A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A210E4-7DD7-4BBB-99C5-BD1C6599128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BF073D-00F5-418B-B18D-AD3D6F85E813}">
      <dgm:prSet/>
      <dgm:spPr/>
      <dgm:t>
        <a:bodyPr/>
        <a:lstStyle/>
        <a:p>
          <a:r>
            <a:rPr lang="en-US" dirty="0" smtClean="0"/>
            <a:t>Birth &amp; Death Registration</a:t>
          </a:r>
          <a:endParaRPr lang="en-US" dirty="0"/>
        </a:p>
      </dgm:t>
    </dgm:pt>
    <dgm:pt modelId="{E81C428C-C279-4F54-886C-93BB35D0884A}" type="parTrans" cxnId="{19E32CCC-E8A2-4290-8E8C-CFBE1518E037}">
      <dgm:prSet/>
      <dgm:spPr/>
      <dgm:t>
        <a:bodyPr/>
        <a:lstStyle/>
        <a:p>
          <a:endParaRPr lang="en-US"/>
        </a:p>
      </dgm:t>
    </dgm:pt>
    <dgm:pt modelId="{A389043D-685A-4D4E-B79F-638EDDA0B904}" type="sibTrans" cxnId="{19E32CCC-E8A2-4290-8E8C-CFBE1518E037}">
      <dgm:prSet/>
      <dgm:spPr/>
      <dgm:t>
        <a:bodyPr/>
        <a:lstStyle/>
        <a:p>
          <a:endParaRPr lang="en-US"/>
        </a:p>
      </dgm:t>
    </dgm:pt>
    <dgm:pt modelId="{2B65D325-31AB-47B9-80E7-B8DAF2F1253C}">
      <dgm:prSet/>
      <dgm:spPr/>
      <dgm:t>
        <a:bodyPr/>
        <a:lstStyle/>
        <a:p>
          <a:r>
            <a:rPr lang="en-US" smtClean="0"/>
            <a:t>Birth &amp; Death Certificates</a:t>
          </a:r>
          <a:endParaRPr lang="en-US"/>
        </a:p>
      </dgm:t>
    </dgm:pt>
    <dgm:pt modelId="{5F16B589-2C42-43F1-BE74-75C3E142A402}" type="parTrans" cxnId="{B0127DA6-D6B6-4644-86EC-555C49F7D27A}">
      <dgm:prSet/>
      <dgm:spPr/>
      <dgm:t>
        <a:bodyPr/>
        <a:lstStyle/>
        <a:p>
          <a:endParaRPr lang="en-US"/>
        </a:p>
      </dgm:t>
    </dgm:pt>
    <dgm:pt modelId="{6CF7863C-BB76-4531-83C0-FE1FB9272DD4}" type="sibTrans" cxnId="{B0127DA6-D6B6-4644-86EC-555C49F7D27A}">
      <dgm:prSet/>
      <dgm:spPr/>
      <dgm:t>
        <a:bodyPr/>
        <a:lstStyle/>
        <a:p>
          <a:endParaRPr lang="en-US"/>
        </a:p>
      </dgm:t>
    </dgm:pt>
    <dgm:pt modelId="{82203E5C-5E38-4D03-8BD9-629560F628FE}">
      <dgm:prSet/>
      <dgm:spPr/>
      <dgm:t>
        <a:bodyPr/>
        <a:lstStyle/>
        <a:p>
          <a:r>
            <a:rPr lang="en-US" dirty="0" smtClean="0"/>
            <a:t>Marriage &amp; Divorce Certificates</a:t>
          </a:r>
          <a:endParaRPr lang="en-US" dirty="0"/>
        </a:p>
      </dgm:t>
    </dgm:pt>
    <dgm:pt modelId="{8142DDB9-0ECC-48A5-9F77-D58979B02753}" type="parTrans" cxnId="{F652FC0B-2817-4131-A4ED-A30060C95E37}">
      <dgm:prSet/>
      <dgm:spPr/>
      <dgm:t>
        <a:bodyPr/>
        <a:lstStyle/>
        <a:p>
          <a:endParaRPr lang="en-US"/>
        </a:p>
      </dgm:t>
    </dgm:pt>
    <dgm:pt modelId="{6B13EDA6-0623-49F6-972B-DBE31990AAFF}" type="sibTrans" cxnId="{F652FC0B-2817-4131-A4ED-A30060C95E37}">
      <dgm:prSet/>
      <dgm:spPr/>
      <dgm:t>
        <a:bodyPr/>
        <a:lstStyle/>
        <a:p>
          <a:endParaRPr lang="en-US"/>
        </a:p>
      </dgm:t>
    </dgm:pt>
    <dgm:pt modelId="{AD9F0EC8-C3E8-412B-9014-D3A5C2426382}" type="pres">
      <dgm:prSet presAssocID="{B0A210E4-7DD7-4BBB-99C5-BD1C6599128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B24139A-0F57-4EEF-8304-43CC749241FC}" type="pres">
      <dgm:prSet presAssocID="{12BF073D-00F5-418B-B18D-AD3D6F85E813}" presName="root" presStyleCnt="0"/>
      <dgm:spPr/>
    </dgm:pt>
    <dgm:pt modelId="{726AE336-280E-40A1-94C1-0E2D0CDB8067}" type="pres">
      <dgm:prSet presAssocID="{12BF073D-00F5-418B-B18D-AD3D6F85E813}" presName="rootComposite" presStyleCnt="0"/>
      <dgm:spPr/>
    </dgm:pt>
    <dgm:pt modelId="{554CAE0D-053D-4FDC-8784-33C6A76F2218}" type="pres">
      <dgm:prSet presAssocID="{12BF073D-00F5-418B-B18D-AD3D6F85E813}" presName="rootText" presStyleLbl="node1" presStyleIdx="0" presStyleCnt="3"/>
      <dgm:spPr/>
      <dgm:t>
        <a:bodyPr/>
        <a:lstStyle/>
        <a:p>
          <a:endParaRPr lang="en-US"/>
        </a:p>
      </dgm:t>
    </dgm:pt>
    <dgm:pt modelId="{69AF2F76-7CCA-4930-93BC-FEF8381F8459}" type="pres">
      <dgm:prSet presAssocID="{12BF073D-00F5-418B-B18D-AD3D6F85E813}" presName="rootConnector" presStyleLbl="node1" presStyleIdx="0" presStyleCnt="3"/>
      <dgm:spPr/>
      <dgm:t>
        <a:bodyPr/>
        <a:lstStyle/>
        <a:p>
          <a:endParaRPr lang="en-US"/>
        </a:p>
      </dgm:t>
    </dgm:pt>
    <dgm:pt modelId="{A23B1EEE-DA56-43B5-9004-901396FCDFEC}" type="pres">
      <dgm:prSet presAssocID="{12BF073D-00F5-418B-B18D-AD3D6F85E813}" presName="childShape" presStyleCnt="0"/>
      <dgm:spPr/>
    </dgm:pt>
    <dgm:pt modelId="{10418135-B0F6-4ADB-9216-4BB25010F44A}" type="pres">
      <dgm:prSet presAssocID="{2B65D325-31AB-47B9-80E7-B8DAF2F1253C}" presName="root" presStyleCnt="0"/>
      <dgm:spPr/>
    </dgm:pt>
    <dgm:pt modelId="{850EA43A-5FED-4D05-B077-180BF872893F}" type="pres">
      <dgm:prSet presAssocID="{2B65D325-31AB-47B9-80E7-B8DAF2F1253C}" presName="rootComposite" presStyleCnt="0"/>
      <dgm:spPr/>
    </dgm:pt>
    <dgm:pt modelId="{01A68017-D7D0-42B9-8DE0-0466F88DE6A4}" type="pres">
      <dgm:prSet presAssocID="{2B65D325-31AB-47B9-80E7-B8DAF2F1253C}" presName="rootText" presStyleLbl="node1" presStyleIdx="1" presStyleCnt="3"/>
      <dgm:spPr/>
      <dgm:t>
        <a:bodyPr/>
        <a:lstStyle/>
        <a:p>
          <a:endParaRPr lang="en-US"/>
        </a:p>
      </dgm:t>
    </dgm:pt>
    <dgm:pt modelId="{B9B261C5-B46B-4FE2-8CF8-C92EFBF80EB0}" type="pres">
      <dgm:prSet presAssocID="{2B65D325-31AB-47B9-80E7-B8DAF2F1253C}" presName="rootConnector" presStyleLbl="node1" presStyleIdx="1" presStyleCnt="3"/>
      <dgm:spPr/>
      <dgm:t>
        <a:bodyPr/>
        <a:lstStyle/>
        <a:p>
          <a:endParaRPr lang="en-US"/>
        </a:p>
      </dgm:t>
    </dgm:pt>
    <dgm:pt modelId="{CAA8AB04-41BC-4DDC-943B-D5B04B922A62}" type="pres">
      <dgm:prSet presAssocID="{2B65D325-31AB-47B9-80E7-B8DAF2F1253C}" presName="childShape" presStyleCnt="0"/>
      <dgm:spPr/>
    </dgm:pt>
    <dgm:pt modelId="{8277EA02-9F26-451C-80B2-B4EEA0E4571C}" type="pres">
      <dgm:prSet presAssocID="{82203E5C-5E38-4D03-8BD9-629560F628FE}" presName="root" presStyleCnt="0"/>
      <dgm:spPr/>
    </dgm:pt>
    <dgm:pt modelId="{7E5FDBEF-F531-43E5-9B78-52B29AD35D8F}" type="pres">
      <dgm:prSet presAssocID="{82203E5C-5E38-4D03-8BD9-629560F628FE}" presName="rootComposite" presStyleCnt="0"/>
      <dgm:spPr/>
    </dgm:pt>
    <dgm:pt modelId="{B3DC9302-F9F8-4923-B79C-9E5D959EDFCF}" type="pres">
      <dgm:prSet presAssocID="{82203E5C-5E38-4D03-8BD9-629560F628FE}" presName="rootText" presStyleLbl="node1" presStyleIdx="2" presStyleCnt="3"/>
      <dgm:spPr/>
      <dgm:t>
        <a:bodyPr/>
        <a:lstStyle/>
        <a:p>
          <a:endParaRPr lang="en-US"/>
        </a:p>
      </dgm:t>
    </dgm:pt>
    <dgm:pt modelId="{D0E77803-F786-4A12-9007-0C4F9A9E74CE}" type="pres">
      <dgm:prSet presAssocID="{82203E5C-5E38-4D03-8BD9-629560F628FE}" presName="rootConnector" presStyleLbl="node1" presStyleIdx="2" presStyleCnt="3"/>
      <dgm:spPr/>
      <dgm:t>
        <a:bodyPr/>
        <a:lstStyle/>
        <a:p>
          <a:endParaRPr lang="en-US"/>
        </a:p>
      </dgm:t>
    </dgm:pt>
    <dgm:pt modelId="{237FD600-702F-499D-947C-A20358EBE237}" type="pres">
      <dgm:prSet presAssocID="{82203E5C-5E38-4D03-8BD9-629560F628FE}" presName="childShape" presStyleCnt="0"/>
      <dgm:spPr/>
    </dgm:pt>
  </dgm:ptLst>
  <dgm:cxnLst>
    <dgm:cxn modelId="{580446BA-8F32-4435-9298-95CA944400B8}" type="presOf" srcId="{12BF073D-00F5-418B-B18D-AD3D6F85E813}" destId="{554CAE0D-053D-4FDC-8784-33C6A76F2218}" srcOrd="0" destOrd="0" presId="urn:microsoft.com/office/officeart/2005/8/layout/hierarchy3"/>
    <dgm:cxn modelId="{04B752C7-3010-4144-9916-66884235894D}" type="presOf" srcId="{82203E5C-5E38-4D03-8BD9-629560F628FE}" destId="{B3DC9302-F9F8-4923-B79C-9E5D959EDFCF}" srcOrd="0" destOrd="0" presId="urn:microsoft.com/office/officeart/2005/8/layout/hierarchy3"/>
    <dgm:cxn modelId="{19E32CCC-E8A2-4290-8E8C-CFBE1518E037}" srcId="{B0A210E4-7DD7-4BBB-99C5-BD1C65991281}" destId="{12BF073D-00F5-418B-B18D-AD3D6F85E813}" srcOrd="0" destOrd="0" parTransId="{E81C428C-C279-4F54-886C-93BB35D0884A}" sibTransId="{A389043D-685A-4D4E-B79F-638EDDA0B904}"/>
    <dgm:cxn modelId="{7BB9D8D3-52BC-41B0-B364-BC3DC394B92F}" type="presOf" srcId="{82203E5C-5E38-4D03-8BD9-629560F628FE}" destId="{D0E77803-F786-4A12-9007-0C4F9A9E74CE}" srcOrd="1" destOrd="0" presId="urn:microsoft.com/office/officeart/2005/8/layout/hierarchy3"/>
    <dgm:cxn modelId="{AB15C8E6-0C7E-4B83-8110-A29554CF6CB7}" type="presOf" srcId="{12BF073D-00F5-418B-B18D-AD3D6F85E813}" destId="{69AF2F76-7CCA-4930-93BC-FEF8381F8459}" srcOrd="1" destOrd="0" presId="urn:microsoft.com/office/officeart/2005/8/layout/hierarchy3"/>
    <dgm:cxn modelId="{B603B0D7-4512-4CA9-A2E7-09557EAA9890}" type="presOf" srcId="{2B65D325-31AB-47B9-80E7-B8DAF2F1253C}" destId="{01A68017-D7D0-42B9-8DE0-0466F88DE6A4}" srcOrd="0" destOrd="0" presId="urn:microsoft.com/office/officeart/2005/8/layout/hierarchy3"/>
    <dgm:cxn modelId="{F652FC0B-2817-4131-A4ED-A30060C95E37}" srcId="{B0A210E4-7DD7-4BBB-99C5-BD1C65991281}" destId="{82203E5C-5E38-4D03-8BD9-629560F628FE}" srcOrd="2" destOrd="0" parTransId="{8142DDB9-0ECC-48A5-9F77-D58979B02753}" sibTransId="{6B13EDA6-0623-49F6-972B-DBE31990AAFF}"/>
    <dgm:cxn modelId="{D418663B-E85E-4B70-AA97-5A4DBCD30571}" type="presOf" srcId="{2B65D325-31AB-47B9-80E7-B8DAF2F1253C}" destId="{B9B261C5-B46B-4FE2-8CF8-C92EFBF80EB0}" srcOrd="1" destOrd="0" presId="urn:microsoft.com/office/officeart/2005/8/layout/hierarchy3"/>
    <dgm:cxn modelId="{20691721-6340-4359-9678-13C0407603A2}" type="presOf" srcId="{B0A210E4-7DD7-4BBB-99C5-BD1C65991281}" destId="{AD9F0EC8-C3E8-412B-9014-D3A5C2426382}" srcOrd="0" destOrd="0" presId="urn:microsoft.com/office/officeart/2005/8/layout/hierarchy3"/>
    <dgm:cxn modelId="{B0127DA6-D6B6-4644-86EC-555C49F7D27A}" srcId="{B0A210E4-7DD7-4BBB-99C5-BD1C65991281}" destId="{2B65D325-31AB-47B9-80E7-B8DAF2F1253C}" srcOrd="1" destOrd="0" parTransId="{5F16B589-2C42-43F1-BE74-75C3E142A402}" sibTransId="{6CF7863C-BB76-4531-83C0-FE1FB9272DD4}"/>
    <dgm:cxn modelId="{E2F8BB41-436F-44D4-93C5-EF121C6EBD3C}" type="presParOf" srcId="{AD9F0EC8-C3E8-412B-9014-D3A5C2426382}" destId="{EB24139A-0F57-4EEF-8304-43CC749241FC}" srcOrd="0" destOrd="0" presId="urn:microsoft.com/office/officeart/2005/8/layout/hierarchy3"/>
    <dgm:cxn modelId="{0235C1DE-D2DB-41FE-AE6C-FC8A1776E839}" type="presParOf" srcId="{EB24139A-0F57-4EEF-8304-43CC749241FC}" destId="{726AE336-280E-40A1-94C1-0E2D0CDB8067}" srcOrd="0" destOrd="0" presId="urn:microsoft.com/office/officeart/2005/8/layout/hierarchy3"/>
    <dgm:cxn modelId="{E8014E96-064D-473A-B669-5AE13159DE34}" type="presParOf" srcId="{726AE336-280E-40A1-94C1-0E2D0CDB8067}" destId="{554CAE0D-053D-4FDC-8784-33C6A76F2218}" srcOrd="0" destOrd="0" presId="urn:microsoft.com/office/officeart/2005/8/layout/hierarchy3"/>
    <dgm:cxn modelId="{3445373F-2237-4939-9E3D-967F02B7DA40}" type="presParOf" srcId="{726AE336-280E-40A1-94C1-0E2D0CDB8067}" destId="{69AF2F76-7CCA-4930-93BC-FEF8381F8459}" srcOrd="1" destOrd="0" presId="urn:microsoft.com/office/officeart/2005/8/layout/hierarchy3"/>
    <dgm:cxn modelId="{0A471FC9-0510-4D1E-B616-3975FFD214B1}" type="presParOf" srcId="{EB24139A-0F57-4EEF-8304-43CC749241FC}" destId="{A23B1EEE-DA56-43B5-9004-901396FCDFEC}" srcOrd="1" destOrd="0" presId="urn:microsoft.com/office/officeart/2005/8/layout/hierarchy3"/>
    <dgm:cxn modelId="{7751466C-0A41-488C-BE74-0F978DAF44D1}" type="presParOf" srcId="{AD9F0EC8-C3E8-412B-9014-D3A5C2426382}" destId="{10418135-B0F6-4ADB-9216-4BB25010F44A}" srcOrd="1" destOrd="0" presId="urn:microsoft.com/office/officeart/2005/8/layout/hierarchy3"/>
    <dgm:cxn modelId="{DD4E09F5-F510-44DE-9CAF-634E197F9DCF}" type="presParOf" srcId="{10418135-B0F6-4ADB-9216-4BB25010F44A}" destId="{850EA43A-5FED-4D05-B077-180BF872893F}" srcOrd="0" destOrd="0" presId="urn:microsoft.com/office/officeart/2005/8/layout/hierarchy3"/>
    <dgm:cxn modelId="{B6A59ECA-F60C-4EC3-B361-625F0BB24C49}" type="presParOf" srcId="{850EA43A-5FED-4D05-B077-180BF872893F}" destId="{01A68017-D7D0-42B9-8DE0-0466F88DE6A4}" srcOrd="0" destOrd="0" presId="urn:microsoft.com/office/officeart/2005/8/layout/hierarchy3"/>
    <dgm:cxn modelId="{7A2E41EE-4400-4538-8E34-F891E7B007E9}" type="presParOf" srcId="{850EA43A-5FED-4D05-B077-180BF872893F}" destId="{B9B261C5-B46B-4FE2-8CF8-C92EFBF80EB0}" srcOrd="1" destOrd="0" presId="urn:microsoft.com/office/officeart/2005/8/layout/hierarchy3"/>
    <dgm:cxn modelId="{D4AF786E-2037-46AF-952D-AD33D33E1F94}" type="presParOf" srcId="{10418135-B0F6-4ADB-9216-4BB25010F44A}" destId="{CAA8AB04-41BC-4DDC-943B-D5B04B922A62}" srcOrd="1" destOrd="0" presId="urn:microsoft.com/office/officeart/2005/8/layout/hierarchy3"/>
    <dgm:cxn modelId="{B4070084-0556-44C2-90D9-CD7FFD59DD65}" type="presParOf" srcId="{AD9F0EC8-C3E8-412B-9014-D3A5C2426382}" destId="{8277EA02-9F26-451C-80B2-B4EEA0E4571C}" srcOrd="2" destOrd="0" presId="urn:microsoft.com/office/officeart/2005/8/layout/hierarchy3"/>
    <dgm:cxn modelId="{1EE58C3D-844D-43D7-AA86-8BA4AF481083}" type="presParOf" srcId="{8277EA02-9F26-451C-80B2-B4EEA0E4571C}" destId="{7E5FDBEF-F531-43E5-9B78-52B29AD35D8F}" srcOrd="0" destOrd="0" presId="urn:microsoft.com/office/officeart/2005/8/layout/hierarchy3"/>
    <dgm:cxn modelId="{26C500D7-1C0B-46CB-AB43-579695430995}" type="presParOf" srcId="{7E5FDBEF-F531-43E5-9B78-52B29AD35D8F}" destId="{B3DC9302-F9F8-4923-B79C-9E5D959EDFCF}" srcOrd="0" destOrd="0" presId="urn:microsoft.com/office/officeart/2005/8/layout/hierarchy3"/>
    <dgm:cxn modelId="{FBA4E96B-3B30-4251-9F73-77933BB92A75}" type="presParOf" srcId="{7E5FDBEF-F531-43E5-9B78-52B29AD35D8F}" destId="{D0E77803-F786-4A12-9007-0C4F9A9E74CE}" srcOrd="1" destOrd="0" presId="urn:microsoft.com/office/officeart/2005/8/layout/hierarchy3"/>
    <dgm:cxn modelId="{A599C929-8B9A-4FB6-A2D7-13D45A0E7010}" type="presParOf" srcId="{8277EA02-9F26-451C-80B2-B4EEA0E4571C}" destId="{237FD600-702F-499D-947C-A20358EBE23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E4FAB3-DD32-4A01-9212-AA5996A2A8A8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C857BB-0CA6-464B-A9A7-7E146D332B3A}">
      <dgm:prSet/>
      <dgm:spPr/>
      <dgm:t>
        <a:bodyPr/>
        <a:lstStyle/>
        <a:p>
          <a:r>
            <a:rPr lang="en-US" smtClean="0"/>
            <a:t>In Progress</a:t>
          </a:r>
          <a:endParaRPr lang="en-US"/>
        </a:p>
      </dgm:t>
    </dgm:pt>
    <dgm:pt modelId="{E27A2421-A233-4400-8D21-66E2D5678BAA}" type="parTrans" cxnId="{76C29646-64C8-4632-86F0-2D98A948CD13}">
      <dgm:prSet/>
      <dgm:spPr/>
      <dgm:t>
        <a:bodyPr/>
        <a:lstStyle/>
        <a:p>
          <a:endParaRPr lang="en-US"/>
        </a:p>
      </dgm:t>
    </dgm:pt>
    <dgm:pt modelId="{5FC88860-58F6-427B-A431-BB3405F05A5C}" type="sibTrans" cxnId="{76C29646-64C8-4632-86F0-2D98A948CD13}">
      <dgm:prSet/>
      <dgm:spPr/>
      <dgm:t>
        <a:bodyPr/>
        <a:lstStyle/>
        <a:p>
          <a:endParaRPr lang="en-US"/>
        </a:p>
      </dgm:t>
    </dgm:pt>
    <dgm:pt modelId="{1895A443-23A3-4228-A54C-953B2813C42A}">
      <dgm:prSet/>
      <dgm:spPr/>
      <dgm:t>
        <a:bodyPr/>
        <a:lstStyle/>
        <a:p>
          <a:r>
            <a:rPr lang="en-US" smtClean="0"/>
            <a:t>Completed</a:t>
          </a:r>
          <a:endParaRPr lang="en-US"/>
        </a:p>
      </dgm:t>
    </dgm:pt>
    <dgm:pt modelId="{7C335504-CC96-4DF2-9546-93C332668A5F}" type="parTrans" cxnId="{081745A8-CB01-4CA2-A414-45FBB65E5DA4}">
      <dgm:prSet/>
      <dgm:spPr/>
      <dgm:t>
        <a:bodyPr/>
        <a:lstStyle/>
        <a:p>
          <a:endParaRPr lang="en-US"/>
        </a:p>
      </dgm:t>
    </dgm:pt>
    <dgm:pt modelId="{228D31FE-4C1A-4A23-8DDB-DB956977C7EC}" type="sibTrans" cxnId="{081745A8-CB01-4CA2-A414-45FBB65E5DA4}">
      <dgm:prSet/>
      <dgm:spPr/>
      <dgm:t>
        <a:bodyPr/>
        <a:lstStyle/>
        <a:p>
          <a:endParaRPr lang="en-US"/>
        </a:p>
      </dgm:t>
    </dgm:pt>
    <dgm:pt modelId="{634869B2-D016-48B9-A7A0-4568C24A47EE}">
      <dgm:prSet/>
      <dgm:spPr/>
      <dgm:t>
        <a:bodyPr/>
        <a:lstStyle/>
        <a:p>
          <a:r>
            <a:rPr lang="en-US" smtClean="0"/>
            <a:t>Declined</a:t>
          </a:r>
          <a:endParaRPr lang="en-US"/>
        </a:p>
      </dgm:t>
    </dgm:pt>
    <dgm:pt modelId="{3B5C8C53-0C9F-4A1A-932F-3499B36F5428}" type="parTrans" cxnId="{088F48C4-FB71-4470-8E7B-A070476D8B2E}">
      <dgm:prSet/>
      <dgm:spPr/>
      <dgm:t>
        <a:bodyPr/>
        <a:lstStyle/>
        <a:p>
          <a:endParaRPr lang="en-US"/>
        </a:p>
      </dgm:t>
    </dgm:pt>
    <dgm:pt modelId="{0FEE4FB8-A13C-4DFB-B55D-3324FECF5BDA}" type="sibTrans" cxnId="{088F48C4-FB71-4470-8E7B-A070476D8B2E}">
      <dgm:prSet/>
      <dgm:spPr/>
      <dgm:t>
        <a:bodyPr/>
        <a:lstStyle/>
        <a:p>
          <a:endParaRPr lang="en-US"/>
        </a:p>
      </dgm:t>
    </dgm:pt>
    <dgm:pt modelId="{AE6C0C4D-64EE-4535-AD4B-1A942C7A2A55}" type="pres">
      <dgm:prSet presAssocID="{C4E4FAB3-DD32-4A01-9212-AA5996A2A8A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7B1C0A-9593-453C-BA80-2F6DD126619D}" type="pres">
      <dgm:prSet presAssocID="{C4E4FAB3-DD32-4A01-9212-AA5996A2A8A8}" presName="arrow" presStyleLbl="bgShp" presStyleIdx="0" presStyleCnt="1"/>
      <dgm:spPr/>
    </dgm:pt>
    <dgm:pt modelId="{9CB10240-4BA2-4A85-84C5-4EF78B68C2E0}" type="pres">
      <dgm:prSet presAssocID="{C4E4FAB3-DD32-4A01-9212-AA5996A2A8A8}" presName="points" presStyleCnt="0"/>
      <dgm:spPr/>
    </dgm:pt>
    <dgm:pt modelId="{40A3AD63-541E-4F2C-A8B1-2F995994B518}" type="pres">
      <dgm:prSet presAssocID="{11C857BB-0CA6-464B-A9A7-7E146D332B3A}" presName="compositeA" presStyleCnt="0"/>
      <dgm:spPr/>
    </dgm:pt>
    <dgm:pt modelId="{F4DCADEB-185F-4A03-81D6-D5FDE2C7AC29}" type="pres">
      <dgm:prSet presAssocID="{11C857BB-0CA6-464B-A9A7-7E146D332B3A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CFFD78-422D-4EDB-985E-441DBD53288F}" type="pres">
      <dgm:prSet presAssocID="{11C857BB-0CA6-464B-A9A7-7E146D332B3A}" presName="circleA" presStyleLbl="node1" presStyleIdx="0" presStyleCnt="3"/>
      <dgm:spPr/>
    </dgm:pt>
    <dgm:pt modelId="{F4A874A6-6DA1-45DD-9D0F-82B2F16B082A}" type="pres">
      <dgm:prSet presAssocID="{11C857BB-0CA6-464B-A9A7-7E146D332B3A}" presName="spaceA" presStyleCnt="0"/>
      <dgm:spPr/>
    </dgm:pt>
    <dgm:pt modelId="{908DA8A9-1423-429E-92A2-41731A9338E8}" type="pres">
      <dgm:prSet presAssocID="{5FC88860-58F6-427B-A431-BB3405F05A5C}" presName="space" presStyleCnt="0"/>
      <dgm:spPr/>
    </dgm:pt>
    <dgm:pt modelId="{4855685F-B598-454A-B18C-3C37E8B8F73E}" type="pres">
      <dgm:prSet presAssocID="{1895A443-23A3-4228-A54C-953B2813C42A}" presName="compositeB" presStyleCnt="0"/>
      <dgm:spPr/>
    </dgm:pt>
    <dgm:pt modelId="{FEC5BD16-51F3-4CC6-8E75-EFBC3AEA54A3}" type="pres">
      <dgm:prSet presAssocID="{1895A443-23A3-4228-A54C-953B2813C42A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DD88DD-5CB4-4507-B13E-4F5025ADCA3C}" type="pres">
      <dgm:prSet presAssocID="{1895A443-23A3-4228-A54C-953B2813C42A}" presName="circleB" presStyleLbl="node1" presStyleIdx="1" presStyleCnt="3"/>
      <dgm:spPr/>
    </dgm:pt>
    <dgm:pt modelId="{4C3B8EBE-34DC-4837-BF72-9E9F4CC1A830}" type="pres">
      <dgm:prSet presAssocID="{1895A443-23A3-4228-A54C-953B2813C42A}" presName="spaceB" presStyleCnt="0"/>
      <dgm:spPr/>
    </dgm:pt>
    <dgm:pt modelId="{277666DD-6FBA-47F8-BB2A-862DDA3A6C4A}" type="pres">
      <dgm:prSet presAssocID="{228D31FE-4C1A-4A23-8DDB-DB956977C7EC}" presName="space" presStyleCnt="0"/>
      <dgm:spPr/>
    </dgm:pt>
    <dgm:pt modelId="{FCAB0745-2EA6-4AC5-9F6F-5AD9437E735E}" type="pres">
      <dgm:prSet presAssocID="{634869B2-D016-48B9-A7A0-4568C24A47EE}" presName="compositeA" presStyleCnt="0"/>
      <dgm:spPr/>
    </dgm:pt>
    <dgm:pt modelId="{85112FC9-9C6B-423E-84FC-11D068D3B13A}" type="pres">
      <dgm:prSet presAssocID="{634869B2-D016-48B9-A7A0-4568C24A47EE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DE4079-C8BC-4D72-939B-99EAFB244444}" type="pres">
      <dgm:prSet presAssocID="{634869B2-D016-48B9-A7A0-4568C24A47EE}" presName="circleA" presStyleLbl="node1" presStyleIdx="2" presStyleCnt="3"/>
      <dgm:spPr/>
    </dgm:pt>
    <dgm:pt modelId="{88782943-8D9C-4151-B068-07F34787DC63}" type="pres">
      <dgm:prSet presAssocID="{634869B2-D016-48B9-A7A0-4568C24A47EE}" presName="spaceA" presStyleCnt="0"/>
      <dgm:spPr/>
    </dgm:pt>
  </dgm:ptLst>
  <dgm:cxnLst>
    <dgm:cxn modelId="{088F48C4-FB71-4470-8E7B-A070476D8B2E}" srcId="{C4E4FAB3-DD32-4A01-9212-AA5996A2A8A8}" destId="{634869B2-D016-48B9-A7A0-4568C24A47EE}" srcOrd="2" destOrd="0" parTransId="{3B5C8C53-0C9F-4A1A-932F-3499B36F5428}" sibTransId="{0FEE4FB8-A13C-4DFB-B55D-3324FECF5BDA}"/>
    <dgm:cxn modelId="{081745A8-CB01-4CA2-A414-45FBB65E5DA4}" srcId="{C4E4FAB3-DD32-4A01-9212-AA5996A2A8A8}" destId="{1895A443-23A3-4228-A54C-953B2813C42A}" srcOrd="1" destOrd="0" parTransId="{7C335504-CC96-4DF2-9546-93C332668A5F}" sibTransId="{228D31FE-4C1A-4A23-8DDB-DB956977C7EC}"/>
    <dgm:cxn modelId="{EB30D46F-C572-447E-B683-DE64502B7509}" type="presOf" srcId="{11C857BB-0CA6-464B-A9A7-7E146D332B3A}" destId="{F4DCADEB-185F-4A03-81D6-D5FDE2C7AC29}" srcOrd="0" destOrd="0" presId="urn:microsoft.com/office/officeart/2005/8/layout/hProcess11"/>
    <dgm:cxn modelId="{463E3EF5-7C73-4906-8649-19512A2B8515}" type="presOf" srcId="{1895A443-23A3-4228-A54C-953B2813C42A}" destId="{FEC5BD16-51F3-4CC6-8E75-EFBC3AEA54A3}" srcOrd="0" destOrd="0" presId="urn:microsoft.com/office/officeart/2005/8/layout/hProcess11"/>
    <dgm:cxn modelId="{52BF6273-B0B3-4609-8BDF-F6271FFE01A2}" type="presOf" srcId="{C4E4FAB3-DD32-4A01-9212-AA5996A2A8A8}" destId="{AE6C0C4D-64EE-4535-AD4B-1A942C7A2A55}" srcOrd="0" destOrd="0" presId="urn:microsoft.com/office/officeart/2005/8/layout/hProcess11"/>
    <dgm:cxn modelId="{76C29646-64C8-4632-86F0-2D98A948CD13}" srcId="{C4E4FAB3-DD32-4A01-9212-AA5996A2A8A8}" destId="{11C857BB-0CA6-464B-A9A7-7E146D332B3A}" srcOrd="0" destOrd="0" parTransId="{E27A2421-A233-4400-8D21-66E2D5678BAA}" sibTransId="{5FC88860-58F6-427B-A431-BB3405F05A5C}"/>
    <dgm:cxn modelId="{F9F1F12C-56E5-4C87-9F1E-340B29874D31}" type="presOf" srcId="{634869B2-D016-48B9-A7A0-4568C24A47EE}" destId="{85112FC9-9C6B-423E-84FC-11D068D3B13A}" srcOrd="0" destOrd="0" presId="urn:microsoft.com/office/officeart/2005/8/layout/hProcess11"/>
    <dgm:cxn modelId="{E53B9D30-DF6D-4AC4-9E0C-179E374CB6F1}" type="presParOf" srcId="{AE6C0C4D-64EE-4535-AD4B-1A942C7A2A55}" destId="{1E7B1C0A-9593-453C-BA80-2F6DD126619D}" srcOrd="0" destOrd="0" presId="urn:microsoft.com/office/officeart/2005/8/layout/hProcess11"/>
    <dgm:cxn modelId="{00555999-F652-4240-9B32-58C030F1BFDD}" type="presParOf" srcId="{AE6C0C4D-64EE-4535-AD4B-1A942C7A2A55}" destId="{9CB10240-4BA2-4A85-84C5-4EF78B68C2E0}" srcOrd="1" destOrd="0" presId="urn:microsoft.com/office/officeart/2005/8/layout/hProcess11"/>
    <dgm:cxn modelId="{13F867CF-C6FC-4D3F-8B21-3010B700C9BE}" type="presParOf" srcId="{9CB10240-4BA2-4A85-84C5-4EF78B68C2E0}" destId="{40A3AD63-541E-4F2C-A8B1-2F995994B518}" srcOrd="0" destOrd="0" presId="urn:microsoft.com/office/officeart/2005/8/layout/hProcess11"/>
    <dgm:cxn modelId="{19F8D547-8751-4FC7-815D-2F62024FCE16}" type="presParOf" srcId="{40A3AD63-541E-4F2C-A8B1-2F995994B518}" destId="{F4DCADEB-185F-4A03-81D6-D5FDE2C7AC29}" srcOrd="0" destOrd="0" presId="urn:microsoft.com/office/officeart/2005/8/layout/hProcess11"/>
    <dgm:cxn modelId="{532EFE5F-4A41-45F4-9FEB-03964CFA2639}" type="presParOf" srcId="{40A3AD63-541E-4F2C-A8B1-2F995994B518}" destId="{8ACFFD78-422D-4EDB-985E-441DBD53288F}" srcOrd="1" destOrd="0" presId="urn:microsoft.com/office/officeart/2005/8/layout/hProcess11"/>
    <dgm:cxn modelId="{D170D63F-FC51-4116-A9EB-18E3DA07F41A}" type="presParOf" srcId="{40A3AD63-541E-4F2C-A8B1-2F995994B518}" destId="{F4A874A6-6DA1-45DD-9D0F-82B2F16B082A}" srcOrd="2" destOrd="0" presId="urn:microsoft.com/office/officeart/2005/8/layout/hProcess11"/>
    <dgm:cxn modelId="{A57E88BA-DA74-4E16-9719-CF2F260D9AA6}" type="presParOf" srcId="{9CB10240-4BA2-4A85-84C5-4EF78B68C2E0}" destId="{908DA8A9-1423-429E-92A2-41731A9338E8}" srcOrd="1" destOrd="0" presId="urn:microsoft.com/office/officeart/2005/8/layout/hProcess11"/>
    <dgm:cxn modelId="{F04D1450-7805-4541-B360-46C58F0DA288}" type="presParOf" srcId="{9CB10240-4BA2-4A85-84C5-4EF78B68C2E0}" destId="{4855685F-B598-454A-B18C-3C37E8B8F73E}" srcOrd="2" destOrd="0" presId="urn:microsoft.com/office/officeart/2005/8/layout/hProcess11"/>
    <dgm:cxn modelId="{FBED6BCC-87E5-48D6-B02A-049380B56F6E}" type="presParOf" srcId="{4855685F-B598-454A-B18C-3C37E8B8F73E}" destId="{FEC5BD16-51F3-4CC6-8E75-EFBC3AEA54A3}" srcOrd="0" destOrd="0" presId="urn:microsoft.com/office/officeart/2005/8/layout/hProcess11"/>
    <dgm:cxn modelId="{577AE0CE-946E-4924-9657-CB09A9BB0341}" type="presParOf" srcId="{4855685F-B598-454A-B18C-3C37E8B8F73E}" destId="{87DD88DD-5CB4-4507-B13E-4F5025ADCA3C}" srcOrd="1" destOrd="0" presId="urn:microsoft.com/office/officeart/2005/8/layout/hProcess11"/>
    <dgm:cxn modelId="{1A464FDC-3B1B-404C-9195-2791F409D5C8}" type="presParOf" srcId="{4855685F-B598-454A-B18C-3C37E8B8F73E}" destId="{4C3B8EBE-34DC-4837-BF72-9E9F4CC1A830}" srcOrd="2" destOrd="0" presId="urn:microsoft.com/office/officeart/2005/8/layout/hProcess11"/>
    <dgm:cxn modelId="{880806C3-1CE8-42C9-B141-5B35D228227F}" type="presParOf" srcId="{9CB10240-4BA2-4A85-84C5-4EF78B68C2E0}" destId="{277666DD-6FBA-47F8-BB2A-862DDA3A6C4A}" srcOrd="3" destOrd="0" presId="urn:microsoft.com/office/officeart/2005/8/layout/hProcess11"/>
    <dgm:cxn modelId="{80C15A41-C8B1-43F2-BA37-30A0BA3ED6A3}" type="presParOf" srcId="{9CB10240-4BA2-4A85-84C5-4EF78B68C2E0}" destId="{FCAB0745-2EA6-4AC5-9F6F-5AD9437E735E}" srcOrd="4" destOrd="0" presId="urn:microsoft.com/office/officeart/2005/8/layout/hProcess11"/>
    <dgm:cxn modelId="{3428ACA3-3D35-4A68-B94D-783545A1E191}" type="presParOf" srcId="{FCAB0745-2EA6-4AC5-9F6F-5AD9437E735E}" destId="{85112FC9-9C6B-423E-84FC-11D068D3B13A}" srcOrd="0" destOrd="0" presId="urn:microsoft.com/office/officeart/2005/8/layout/hProcess11"/>
    <dgm:cxn modelId="{BB863720-D6C6-4C08-9365-90C3DBD40C5A}" type="presParOf" srcId="{FCAB0745-2EA6-4AC5-9F6F-5AD9437E735E}" destId="{0EDE4079-C8BC-4D72-939B-99EAFB244444}" srcOrd="1" destOrd="0" presId="urn:microsoft.com/office/officeart/2005/8/layout/hProcess11"/>
    <dgm:cxn modelId="{5517A5BF-4657-47DB-915B-5F4C5BA85DAF}" type="presParOf" srcId="{FCAB0745-2EA6-4AC5-9F6F-5AD9437E735E}" destId="{88782943-8D9C-4151-B068-07F34787DC6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9A513B9-1AB0-48C6-A6F0-664AB66BF9C9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BA1357-E8F6-4C06-A3E1-A4ED8FADDBE8}">
      <dgm:prSet/>
      <dgm:spPr/>
      <dgm:t>
        <a:bodyPr/>
        <a:lstStyle/>
        <a:p>
          <a:r>
            <a:rPr lang="en-US" smtClean="0"/>
            <a:t>Notifications</a:t>
          </a:r>
          <a:endParaRPr lang="en-US"/>
        </a:p>
      </dgm:t>
    </dgm:pt>
    <dgm:pt modelId="{F3688592-C6CA-4856-8FC7-A9EB370EDB4E}" type="parTrans" cxnId="{1EC4B3B0-26F1-45A9-A8C9-1F8DD6EC7A97}">
      <dgm:prSet/>
      <dgm:spPr/>
      <dgm:t>
        <a:bodyPr/>
        <a:lstStyle/>
        <a:p>
          <a:endParaRPr lang="en-US"/>
        </a:p>
      </dgm:t>
    </dgm:pt>
    <dgm:pt modelId="{78448699-D7C2-4425-AD94-17E0301BDDA9}" type="sibTrans" cxnId="{1EC4B3B0-26F1-45A9-A8C9-1F8DD6EC7A97}">
      <dgm:prSet/>
      <dgm:spPr/>
      <dgm:t>
        <a:bodyPr/>
        <a:lstStyle/>
        <a:p>
          <a:endParaRPr lang="en-US"/>
        </a:p>
      </dgm:t>
    </dgm:pt>
    <dgm:pt modelId="{924BD6A4-FFA1-41E0-A2B3-CB8C081A29AC}">
      <dgm:prSet/>
      <dgm:spPr/>
      <dgm:t>
        <a:bodyPr/>
        <a:lstStyle/>
        <a:p>
          <a:r>
            <a:rPr lang="en-US" smtClean="0"/>
            <a:t>Pending Applications</a:t>
          </a:r>
          <a:endParaRPr lang="en-US"/>
        </a:p>
      </dgm:t>
    </dgm:pt>
    <dgm:pt modelId="{A7E676A6-3745-4B5A-BC6C-E4D8D271D87D}" type="parTrans" cxnId="{C41ABC92-8517-4A7F-B975-6DACB64F1982}">
      <dgm:prSet/>
      <dgm:spPr/>
      <dgm:t>
        <a:bodyPr/>
        <a:lstStyle/>
        <a:p>
          <a:endParaRPr lang="en-US"/>
        </a:p>
      </dgm:t>
    </dgm:pt>
    <dgm:pt modelId="{221D9A7A-DC40-46DA-9306-8AC5550B1B36}" type="sibTrans" cxnId="{C41ABC92-8517-4A7F-B975-6DACB64F1982}">
      <dgm:prSet/>
      <dgm:spPr/>
      <dgm:t>
        <a:bodyPr/>
        <a:lstStyle/>
        <a:p>
          <a:endParaRPr lang="en-US"/>
        </a:p>
      </dgm:t>
    </dgm:pt>
    <dgm:pt modelId="{01819025-0A78-453F-903A-5BCD79473645}">
      <dgm:prSet/>
      <dgm:spPr/>
      <dgm:t>
        <a:bodyPr/>
        <a:lstStyle/>
        <a:p>
          <a:r>
            <a:rPr lang="en-US" dirty="0" smtClean="0"/>
            <a:t>Application Management</a:t>
          </a:r>
          <a:endParaRPr lang="en-US" dirty="0"/>
        </a:p>
      </dgm:t>
    </dgm:pt>
    <dgm:pt modelId="{DD983A7E-801A-43F5-AA22-D9CCBAA19D14}" type="parTrans" cxnId="{963A670D-0A46-4047-B23C-67CDBB3FE775}">
      <dgm:prSet/>
      <dgm:spPr/>
      <dgm:t>
        <a:bodyPr/>
        <a:lstStyle/>
        <a:p>
          <a:endParaRPr lang="en-US"/>
        </a:p>
      </dgm:t>
    </dgm:pt>
    <dgm:pt modelId="{37B8DF91-77B3-4951-A85F-78BA9BB0A038}" type="sibTrans" cxnId="{963A670D-0A46-4047-B23C-67CDBB3FE775}">
      <dgm:prSet/>
      <dgm:spPr/>
      <dgm:t>
        <a:bodyPr/>
        <a:lstStyle/>
        <a:p>
          <a:endParaRPr lang="en-US"/>
        </a:p>
      </dgm:t>
    </dgm:pt>
    <dgm:pt modelId="{FBD5ACDE-34ED-46EB-925E-D88EB3A3EBB5}">
      <dgm:prSet/>
      <dgm:spPr/>
      <dgm:t>
        <a:bodyPr/>
        <a:lstStyle/>
        <a:p>
          <a:r>
            <a:rPr lang="en-US" smtClean="0"/>
            <a:t>Service Delivery</a:t>
          </a:r>
          <a:endParaRPr lang="en-US"/>
        </a:p>
      </dgm:t>
    </dgm:pt>
    <dgm:pt modelId="{E7F6414D-9138-4888-8A3F-E003ECDC582E}" type="parTrans" cxnId="{F2957E73-04AD-4E92-978C-65F81313E61B}">
      <dgm:prSet/>
      <dgm:spPr/>
      <dgm:t>
        <a:bodyPr/>
        <a:lstStyle/>
        <a:p>
          <a:endParaRPr lang="en-US"/>
        </a:p>
      </dgm:t>
    </dgm:pt>
    <dgm:pt modelId="{588D639A-4214-4FE4-8E26-73DDD25E710E}" type="sibTrans" cxnId="{F2957E73-04AD-4E92-978C-65F81313E61B}">
      <dgm:prSet/>
      <dgm:spPr/>
      <dgm:t>
        <a:bodyPr/>
        <a:lstStyle/>
        <a:p>
          <a:endParaRPr lang="en-US"/>
        </a:p>
      </dgm:t>
    </dgm:pt>
    <dgm:pt modelId="{AC3F1537-A51E-4C52-944B-CBCB7CE609BC}" type="pres">
      <dgm:prSet presAssocID="{99A513B9-1AB0-48C6-A6F0-664AB66BF9C9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771D194-545F-480A-800F-0303CB2566A0}" type="pres">
      <dgm:prSet presAssocID="{99A513B9-1AB0-48C6-A6F0-664AB66BF9C9}" presName="pyramid" presStyleLbl="node1" presStyleIdx="0" presStyleCnt="1" custLinFactNeighborX="19571" custLinFactNeighborY="7900"/>
      <dgm:spPr/>
    </dgm:pt>
    <dgm:pt modelId="{263761E0-36B1-4B26-95C7-8EADDFC25F07}" type="pres">
      <dgm:prSet presAssocID="{99A513B9-1AB0-48C6-A6F0-664AB66BF9C9}" presName="theList" presStyleCnt="0"/>
      <dgm:spPr/>
    </dgm:pt>
    <dgm:pt modelId="{AADDFFDC-779B-4ED0-8B2A-A86A37340AC7}" type="pres">
      <dgm:prSet presAssocID="{FCBA1357-E8F6-4C06-A3E1-A4ED8FADDBE8}" presName="a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756C63-A1D7-4E2D-AF89-0D9BB6DF22B0}" type="pres">
      <dgm:prSet presAssocID="{FCBA1357-E8F6-4C06-A3E1-A4ED8FADDBE8}" presName="aSpace" presStyleCnt="0"/>
      <dgm:spPr/>
    </dgm:pt>
    <dgm:pt modelId="{95692C1B-41B3-4799-8267-EDC5A70C047C}" type="pres">
      <dgm:prSet presAssocID="{924BD6A4-FFA1-41E0-A2B3-CB8C081A29AC}" presName="a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B77F70-98DF-4AB0-9C4C-926430A1A88A}" type="pres">
      <dgm:prSet presAssocID="{924BD6A4-FFA1-41E0-A2B3-CB8C081A29AC}" presName="aSpace" presStyleCnt="0"/>
      <dgm:spPr/>
    </dgm:pt>
    <dgm:pt modelId="{5382C1F7-0E38-4F95-8BAC-EA035E95F7BE}" type="pres">
      <dgm:prSet presAssocID="{01819025-0A78-453F-903A-5BCD79473645}" presName="a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0D9F1D-E938-4B9C-B66B-533537772DA3}" type="pres">
      <dgm:prSet presAssocID="{01819025-0A78-453F-903A-5BCD79473645}" presName="aSpace" presStyleCnt="0"/>
      <dgm:spPr/>
    </dgm:pt>
    <dgm:pt modelId="{52FBA94C-5797-40DA-A3DF-5EF39683202D}" type="pres">
      <dgm:prSet presAssocID="{FBD5ACDE-34ED-46EB-925E-D88EB3A3EBB5}" presName="aNode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2DC40D-4CE5-407E-88ED-4051D83E30A3}" type="pres">
      <dgm:prSet presAssocID="{FBD5ACDE-34ED-46EB-925E-D88EB3A3EBB5}" presName="aSpace" presStyleCnt="0"/>
      <dgm:spPr/>
    </dgm:pt>
  </dgm:ptLst>
  <dgm:cxnLst>
    <dgm:cxn modelId="{A155D5DB-4D24-4ECF-AD6D-F525D3B1006D}" type="presOf" srcId="{01819025-0A78-453F-903A-5BCD79473645}" destId="{5382C1F7-0E38-4F95-8BAC-EA035E95F7BE}" srcOrd="0" destOrd="0" presId="urn:microsoft.com/office/officeart/2005/8/layout/pyramid2"/>
    <dgm:cxn modelId="{963A670D-0A46-4047-B23C-67CDBB3FE775}" srcId="{99A513B9-1AB0-48C6-A6F0-664AB66BF9C9}" destId="{01819025-0A78-453F-903A-5BCD79473645}" srcOrd="2" destOrd="0" parTransId="{DD983A7E-801A-43F5-AA22-D9CCBAA19D14}" sibTransId="{37B8DF91-77B3-4951-A85F-78BA9BB0A038}"/>
    <dgm:cxn modelId="{C41ABC92-8517-4A7F-B975-6DACB64F1982}" srcId="{99A513B9-1AB0-48C6-A6F0-664AB66BF9C9}" destId="{924BD6A4-FFA1-41E0-A2B3-CB8C081A29AC}" srcOrd="1" destOrd="0" parTransId="{A7E676A6-3745-4B5A-BC6C-E4D8D271D87D}" sibTransId="{221D9A7A-DC40-46DA-9306-8AC5550B1B36}"/>
    <dgm:cxn modelId="{0A2438CB-5A0D-4CBD-976E-A77135A0E622}" type="presOf" srcId="{99A513B9-1AB0-48C6-A6F0-664AB66BF9C9}" destId="{AC3F1537-A51E-4C52-944B-CBCB7CE609BC}" srcOrd="0" destOrd="0" presId="urn:microsoft.com/office/officeart/2005/8/layout/pyramid2"/>
    <dgm:cxn modelId="{97A541ED-0F29-478E-B001-372355CBBC2F}" type="presOf" srcId="{924BD6A4-FFA1-41E0-A2B3-CB8C081A29AC}" destId="{95692C1B-41B3-4799-8267-EDC5A70C047C}" srcOrd="0" destOrd="0" presId="urn:microsoft.com/office/officeart/2005/8/layout/pyramid2"/>
    <dgm:cxn modelId="{F2957E73-04AD-4E92-978C-65F81313E61B}" srcId="{99A513B9-1AB0-48C6-A6F0-664AB66BF9C9}" destId="{FBD5ACDE-34ED-46EB-925E-D88EB3A3EBB5}" srcOrd="3" destOrd="0" parTransId="{E7F6414D-9138-4888-8A3F-E003ECDC582E}" sibTransId="{588D639A-4214-4FE4-8E26-73DDD25E710E}"/>
    <dgm:cxn modelId="{10C2AF0F-C548-46CF-9D25-BAA54FFC3E8E}" type="presOf" srcId="{FCBA1357-E8F6-4C06-A3E1-A4ED8FADDBE8}" destId="{AADDFFDC-779B-4ED0-8B2A-A86A37340AC7}" srcOrd="0" destOrd="0" presId="urn:microsoft.com/office/officeart/2005/8/layout/pyramid2"/>
    <dgm:cxn modelId="{C21AD7A1-54B7-4895-92AB-BD4597AA27D9}" type="presOf" srcId="{FBD5ACDE-34ED-46EB-925E-D88EB3A3EBB5}" destId="{52FBA94C-5797-40DA-A3DF-5EF39683202D}" srcOrd="0" destOrd="0" presId="urn:microsoft.com/office/officeart/2005/8/layout/pyramid2"/>
    <dgm:cxn modelId="{1EC4B3B0-26F1-45A9-A8C9-1F8DD6EC7A97}" srcId="{99A513B9-1AB0-48C6-A6F0-664AB66BF9C9}" destId="{FCBA1357-E8F6-4C06-A3E1-A4ED8FADDBE8}" srcOrd="0" destOrd="0" parTransId="{F3688592-C6CA-4856-8FC7-A9EB370EDB4E}" sibTransId="{78448699-D7C2-4425-AD94-17E0301BDDA9}"/>
    <dgm:cxn modelId="{5066E3B3-E471-4FE5-AFCA-1393D493679E}" type="presParOf" srcId="{AC3F1537-A51E-4C52-944B-CBCB7CE609BC}" destId="{F771D194-545F-480A-800F-0303CB2566A0}" srcOrd="0" destOrd="0" presId="urn:microsoft.com/office/officeart/2005/8/layout/pyramid2"/>
    <dgm:cxn modelId="{1404842C-53F8-4FF8-94C0-C6DC6AB4A2E0}" type="presParOf" srcId="{AC3F1537-A51E-4C52-944B-CBCB7CE609BC}" destId="{263761E0-36B1-4B26-95C7-8EADDFC25F07}" srcOrd="1" destOrd="0" presId="urn:microsoft.com/office/officeart/2005/8/layout/pyramid2"/>
    <dgm:cxn modelId="{80CF24C3-4683-4B07-B401-B9F28DC57304}" type="presParOf" srcId="{263761E0-36B1-4B26-95C7-8EADDFC25F07}" destId="{AADDFFDC-779B-4ED0-8B2A-A86A37340AC7}" srcOrd="0" destOrd="0" presId="urn:microsoft.com/office/officeart/2005/8/layout/pyramid2"/>
    <dgm:cxn modelId="{FDB41AF8-ECB1-402C-A90E-89D4101C6B9D}" type="presParOf" srcId="{263761E0-36B1-4B26-95C7-8EADDFC25F07}" destId="{77756C63-A1D7-4E2D-AF89-0D9BB6DF22B0}" srcOrd="1" destOrd="0" presId="urn:microsoft.com/office/officeart/2005/8/layout/pyramid2"/>
    <dgm:cxn modelId="{8C560F2A-F71B-44C4-B630-6DC8D6FA8834}" type="presParOf" srcId="{263761E0-36B1-4B26-95C7-8EADDFC25F07}" destId="{95692C1B-41B3-4799-8267-EDC5A70C047C}" srcOrd="2" destOrd="0" presId="urn:microsoft.com/office/officeart/2005/8/layout/pyramid2"/>
    <dgm:cxn modelId="{4F9D0D9B-F2C7-4222-BB4F-57A030A2FC72}" type="presParOf" srcId="{263761E0-36B1-4B26-95C7-8EADDFC25F07}" destId="{EDB77F70-98DF-4AB0-9C4C-926430A1A88A}" srcOrd="3" destOrd="0" presId="urn:microsoft.com/office/officeart/2005/8/layout/pyramid2"/>
    <dgm:cxn modelId="{6AE308B1-E26A-4504-8F58-348D4906FE7B}" type="presParOf" srcId="{263761E0-36B1-4B26-95C7-8EADDFC25F07}" destId="{5382C1F7-0E38-4F95-8BAC-EA035E95F7BE}" srcOrd="4" destOrd="0" presId="urn:microsoft.com/office/officeart/2005/8/layout/pyramid2"/>
    <dgm:cxn modelId="{ECC3FE0A-3A21-47AE-8EF6-F3D5550D0C2D}" type="presParOf" srcId="{263761E0-36B1-4B26-95C7-8EADDFC25F07}" destId="{620D9F1D-E938-4B9C-B66B-533537772DA3}" srcOrd="5" destOrd="0" presId="urn:microsoft.com/office/officeart/2005/8/layout/pyramid2"/>
    <dgm:cxn modelId="{B16A7B9A-04B6-4DA1-BB03-FDD8C520CFB1}" type="presParOf" srcId="{263761E0-36B1-4B26-95C7-8EADDFC25F07}" destId="{52FBA94C-5797-40DA-A3DF-5EF39683202D}" srcOrd="6" destOrd="0" presId="urn:microsoft.com/office/officeart/2005/8/layout/pyramid2"/>
    <dgm:cxn modelId="{C45D4E82-D45C-4973-A407-78B29D689303}" type="presParOf" srcId="{263761E0-36B1-4B26-95C7-8EADDFC25F07}" destId="{7E2DC40D-4CE5-407E-88ED-4051D83E30A3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12032-EADC-423E-B05C-1CB009A4C642}">
      <dsp:nvSpPr>
        <dsp:cNvPr id="0" name=""/>
        <dsp:cNvSpPr/>
      </dsp:nvSpPr>
      <dsp:spPr>
        <a:xfrm>
          <a:off x="3397645" y="-29640"/>
          <a:ext cx="1494789" cy="1494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Delays in service delivery due to Un-Supervision</a:t>
          </a:r>
          <a:endParaRPr lang="en-US" sz="1600" kern="1200" dirty="0"/>
        </a:p>
      </dsp:txBody>
      <dsp:txXfrm>
        <a:off x="3616552" y="189267"/>
        <a:ext cx="1056975" cy="1056975"/>
      </dsp:txXfrm>
    </dsp:sp>
    <dsp:sp modelId="{8E65FC84-8509-4A48-9FB5-128F926AEFA9}">
      <dsp:nvSpPr>
        <dsp:cNvPr id="0" name=""/>
        <dsp:cNvSpPr/>
      </dsp:nvSpPr>
      <dsp:spPr>
        <a:xfrm rot="2700000">
          <a:off x="4731900" y="1250820"/>
          <a:ext cx="396903" cy="504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/>
        </a:p>
      </dsp:txBody>
      <dsp:txXfrm>
        <a:off x="4749338" y="1309620"/>
        <a:ext cx="277832" cy="302695"/>
      </dsp:txXfrm>
    </dsp:sp>
    <dsp:sp modelId="{39C94B15-AD75-4D11-BB16-465FB8412B1A}">
      <dsp:nvSpPr>
        <dsp:cNvPr id="0" name=""/>
        <dsp:cNvSpPr/>
      </dsp:nvSpPr>
      <dsp:spPr>
        <a:xfrm>
          <a:off x="4984155" y="1556869"/>
          <a:ext cx="1494789" cy="1494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Lack of transparncy &amp; Monitoring</a:t>
          </a:r>
          <a:endParaRPr lang="en-US" sz="1200" kern="1200" dirty="0"/>
        </a:p>
      </dsp:txBody>
      <dsp:txXfrm>
        <a:off x="5203062" y="1775776"/>
        <a:ext cx="1056975" cy="1056975"/>
      </dsp:txXfrm>
    </dsp:sp>
    <dsp:sp modelId="{1CA2BB5A-2E67-404A-A2C0-4E99A6644980}">
      <dsp:nvSpPr>
        <dsp:cNvPr id="0" name=""/>
        <dsp:cNvSpPr/>
      </dsp:nvSpPr>
      <dsp:spPr>
        <a:xfrm rot="8100000">
          <a:off x="4784806" y="2816446"/>
          <a:ext cx="364629" cy="504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/>
        </a:p>
      </dsp:txBody>
      <dsp:txXfrm rot="10800000">
        <a:off x="4878175" y="2878669"/>
        <a:ext cx="255240" cy="302695"/>
      </dsp:txXfrm>
    </dsp:sp>
    <dsp:sp modelId="{5A41B031-B295-4FA7-B039-CEB108C16057}">
      <dsp:nvSpPr>
        <dsp:cNvPr id="0" name=""/>
        <dsp:cNvSpPr/>
      </dsp:nvSpPr>
      <dsp:spPr>
        <a:xfrm>
          <a:off x="3337077" y="3082160"/>
          <a:ext cx="1615927" cy="16172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Problems for citizens to get Services in rural areas.</a:t>
          </a:r>
          <a:endParaRPr lang="en-US" sz="1600" kern="1200" dirty="0"/>
        </a:p>
      </dsp:txBody>
      <dsp:txXfrm>
        <a:off x="3573724" y="3318997"/>
        <a:ext cx="1142633" cy="1143553"/>
      </dsp:txXfrm>
    </dsp:sp>
    <dsp:sp modelId="{EBF8CC88-5C87-4803-8739-D7D86EFC0BA5}">
      <dsp:nvSpPr>
        <dsp:cNvPr id="0" name=""/>
        <dsp:cNvSpPr/>
      </dsp:nvSpPr>
      <dsp:spPr>
        <a:xfrm rot="13500000">
          <a:off x="3206408" y="2859906"/>
          <a:ext cx="320020" cy="504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/>
        </a:p>
      </dsp:txBody>
      <dsp:txXfrm rot="10800000">
        <a:off x="3288354" y="2994747"/>
        <a:ext cx="224014" cy="302695"/>
      </dsp:txXfrm>
    </dsp:sp>
    <dsp:sp modelId="{4AB2C6F4-E3D4-4F6E-A5F4-54AE1838BBED}">
      <dsp:nvSpPr>
        <dsp:cNvPr id="0" name=""/>
        <dsp:cNvSpPr/>
      </dsp:nvSpPr>
      <dsp:spPr>
        <a:xfrm>
          <a:off x="1717382" y="1481965"/>
          <a:ext cx="1682295" cy="16445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Inefficient Manual processes for Keeping Records of Services</a:t>
          </a:r>
          <a:endParaRPr lang="en-US" sz="1600" kern="1200" dirty="0"/>
        </a:p>
      </dsp:txBody>
      <dsp:txXfrm>
        <a:off x="1963748" y="1722811"/>
        <a:ext cx="1189563" cy="1162905"/>
      </dsp:txXfrm>
    </dsp:sp>
    <dsp:sp modelId="{62FE9DAC-B28A-4175-BF17-2D23AF96022D}">
      <dsp:nvSpPr>
        <dsp:cNvPr id="0" name=""/>
        <dsp:cNvSpPr/>
      </dsp:nvSpPr>
      <dsp:spPr>
        <a:xfrm rot="18900000">
          <a:off x="3198346" y="1236055"/>
          <a:ext cx="352294" cy="504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/>
        </a:p>
      </dsp:txBody>
      <dsp:txXfrm>
        <a:off x="3213824" y="1374319"/>
        <a:ext cx="246606" cy="3026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2D497-DDA9-489B-B06F-79CADBA7141E}">
      <dsp:nvSpPr>
        <dsp:cNvPr id="0" name=""/>
        <dsp:cNvSpPr/>
      </dsp:nvSpPr>
      <dsp:spPr>
        <a:xfrm rot="2562473">
          <a:off x="1520123" y="3656851"/>
          <a:ext cx="652331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652331" y="326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5B900-7563-45D4-AF0D-CD635F059868}">
      <dsp:nvSpPr>
        <dsp:cNvPr id="0" name=""/>
        <dsp:cNvSpPr/>
      </dsp:nvSpPr>
      <dsp:spPr>
        <a:xfrm>
          <a:off x="1606615" y="2765964"/>
          <a:ext cx="725448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725448" y="326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784B6-FFC3-4AAC-8A99-465DE67B4DA7}">
      <dsp:nvSpPr>
        <dsp:cNvPr id="0" name=""/>
        <dsp:cNvSpPr/>
      </dsp:nvSpPr>
      <dsp:spPr>
        <a:xfrm rot="19104780">
          <a:off x="1510743" y="1869653"/>
          <a:ext cx="760735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760735" y="326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2D837-74A8-4946-A242-4585CBD9D07A}">
      <dsp:nvSpPr>
        <dsp:cNvPr id="0" name=""/>
        <dsp:cNvSpPr/>
      </dsp:nvSpPr>
      <dsp:spPr>
        <a:xfrm>
          <a:off x="358974" y="2301310"/>
          <a:ext cx="1044271" cy="99452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3EB11-A8C0-47ED-BC31-1C0A9DD62777}">
      <dsp:nvSpPr>
        <dsp:cNvPr id="0" name=""/>
        <dsp:cNvSpPr/>
      </dsp:nvSpPr>
      <dsp:spPr>
        <a:xfrm>
          <a:off x="2029365" y="684469"/>
          <a:ext cx="1160409" cy="11604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smtClean="0"/>
            <a:t>Mobile Application:</a:t>
          </a:r>
          <a:r>
            <a:rPr lang="en-US" sz="1000" kern="1200" smtClean="0"/>
            <a:t> For citizens to access services.</a:t>
          </a:r>
          <a:endParaRPr lang="en-US" sz="1000" kern="1200"/>
        </a:p>
      </dsp:txBody>
      <dsp:txXfrm>
        <a:off x="2199303" y="854407"/>
        <a:ext cx="820533" cy="820533"/>
      </dsp:txXfrm>
    </dsp:sp>
    <dsp:sp modelId="{9B7646FA-A18B-44E6-8504-FA845510EC25}">
      <dsp:nvSpPr>
        <dsp:cNvPr id="0" name=""/>
        <dsp:cNvSpPr/>
      </dsp:nvSpPr>
      <dsp:spPr>
        <a:xfrm>
          <a:off x="2332064" y="2176709"/>
          <a:ext cx="1243723" cy="12437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 smtClean="0"/>
            <a:t>Department Head Panel:</a:t>
          </a:r>
          <a:r>
            <a:rPr lang="en-US" sz="1000" kern="1200" dirty="0" smtClean="0"/>
            <a:t> For department-wise monitoring.</a:t>
          </a:r>
          <a:endParaRPr lang="en-US" sz="1000" kern="1200" dirty="0"/>
        </a:p>
      </dsp:txBody>
      <dsp:txXfrm>
        <a:off x="2514203" y="2358848"/>
        <a:ext cx="879445" cy="879445"/>
      </dsp:txXfrm>
    </dsp:sp>
    <dsp:sp modelId="{769E0BC6-CEE6-441A-80AB-6F544BE69A17}">
      <dsp:nvSpPr>
        <dsp:cNvPr id="0" name=""/>
        <dsp:cNvSpPr/>
      </dsp:nvSpPr>
      <dsp:spPr>
        <a:xfrm>
          <a:off x="1921057" y="3710606"/>
          <a:ext cx="1243723" cy="12437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smtClean="0"/>
            <a:t>District Admin Dashboard:</a:t>
          </a:r>
          <a:r>
            <a:rPr lang="en-US" sz="1000" kern="1200" smtClean="0"/>
            <a:t> For centralized oversight.</a:t>
          </a:r>
          <a:endParaRPr lang="en-US" sz="1000" kern="1200"/>
        </a:p>
      </dsp:txBody>
      <dsp:txXfrm>
        <a:off x="2103196" y="3892745"/>
        <a:ext cx="879445" cy="8794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CAE0D-053D-4FDC-8784-33C6A76F2218}">
      <dsp:nvSpPr>
        <dsp:cNvPr id="0" name=""/>
        <dsp:cNvSpPr/>
      </dsp:nvSpPr>
      <dsp:spPr>
        <a:xfrm>
          <a:off x="807" y="189213"/>
          <a:ext cx="1890024" cy="94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Birth &amp; Death Registration</a:t>
          </a:r>
          <a:endParaRPr lang="en-US" sz="2000" kern="1200" dirty="0"/>
        </a:p>
      </dsp:txBody>
      <dsp:txXfrm>
        <a:off x="28485" y="216891"/>
        <a:ext cx="1834668" cy="889656"/>
      </dsp:txXfrm>
    </dsp:sp>
    <dsp:sp modelId="{01A68017-D7D0-42B9-8DE0-0466F88DE6A4}">
      <dsp:nvSpPr>
        <dsp:cNvPr id="0" name=""/>
        <dsp:cNvSpPr/>
      </dsp:nvSpPr>
      <dsp:spPr>
        <a:xfrm>
          <a:off x="2363337" y="189213"/>
          <a:ext cx="1890024" cy="94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Birth &amp; Death Certificates</a:t>
          </a:r>
          <a:endParaRPr lang="en-US" sz="2000" kern="1200"/>
        </a:p>
      </dsp:txBody>
      <dsp:txXfrm>
        <a:off x="2391015" y="216891"/>
        <a:ext cx="1834668" cy="889656"/>
      </dsp:txXfrm>
    </dsp:sp>
    <dsp:sp modelId="{B3DC9302-F9F8-4923-B79C-9E5D959EDFCF}">
      <dsp:nvSpPr>
        <dsp:cNvPr id="0" name=""/>
        <dsp:cNvSpPr/>
      </dsp:nvSpPr>
      <dsp:spPr>
        <a:xfrm>
          <a:off x="4725868" y="189213"/>
          <a:ext cx="1890024" cy="94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Marriage &amp; Divorce Certificates</a:t>
          </a:r>
          <a:endParaRPr lang="en-US" sz="2000" kern="1200" dirty="0"/>
        </a:p>
      </dsp:txBody>
      <dsp:txXfrm>
        <a:off x="4753546" y="216891"/>
        <a:ext cx="1834668" cy="8896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A801B-55F2-464C-98F8-CD9ED68D0631}">
      <dsp:nvSpPr>
        <dsp:cNvPr id="0" name=""/>
        <dsp:cNvSpPr/>
      </dsp:nvSpPr>
      <dsp:spPr>
        <a:xfrm>
          <a:off x="32618" y="0"/>
          <a:ext cx="1429578" cy="25853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Centralized Monitoring</a:t>
          </a: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Track services across all departments and Union Councils.</a:t>
          </a:r>
          <a:endParaRPr lang="en-US" sz="1100" kern="1200" dirty="0"/>
        </a:p>
      </dsp:txBody>
      <dsp:txXfrm>
        <a:off x="32618" y="1034129"/>
        <a:ext cx="1429578" cy="1034129"/>
      </dsp:txXfrm>
    </dsp:sp>
    <dsp:sp modelId="{981DD610-97EB-4562-8D52-D02B6EA101E4}">
      <dsp:nvSpPr>
        <dsp:cNvPr id="0" name=""/>
        <dsp:cNvSpPr/>
      </dsp:nvSpPr>
      <dsp:spPr>
        <a:xfrm>
          <a:off x="189670" y="152398"/>
          <a:ext cx="926832" cy="87265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D2864E-07F8-4336-95E1-3A904DED98B1}">
      <dsp:nvSpPr>
        <dsp:cNvPr id="0" name=""/>
        <dsp:cNvSpPr/>
      </dsp:nvSpPr>
      <dsp:spPr>
        <a:xfrm>
          <a:off x="1509017" y="0"/>
          <a:ext cx="1560675" cy="25853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Department Admin </a:t>
          </a:r>
          <a:r>
            <a:rPr lang="en-US" sz="1100" kern="1200" dirty="0" smtClean="0"/>
            <a:t>Admins for each department to oversee their services.</a:t>
          </a:r>
          <a:endParaRPr lang="en-US" sz="1100" kern="1200" dirty="0"/>
        </a:p>
      </dsp:txBody>
      <dsp:txXfrm>
        <a:off x="1509017" y="1034129"/>
        <a:ext cx="1560675" cy="1034129"/>
      </dsp:txXfrm>
    </dsp:sp>
    <dsp:sp modelId="{D2E51BED-3C1C-4D27-97AB-3A45447CC626}">
      <dsp:nvSpPr>
        <dsp:cNvPr id="0" name=""/>
        <dsp:cNvSpPr/>
      </dsp:nvSpPr>
      <dsp:spPr>
        <a:xfrm>
          <a:off x="1759309" y="76199"/>
          <a:ext cx="1060093" cy="10187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B10A8-9B50-4970-AAE9-D84A2CCEAF22}">
      <dsp:nvSpPr>
        <dsp:cNvPr id="0" name=""/>
        <dsp:cNvSpPr/>
      </dsp:nvSpPr>
      <dsp:spPr>
        <a:xfrm>
          <a:off x="3116513" y="0"/>
          <a:ext cx="1560675" cy="25853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smtClean="0"/>
            <a:t>District-Level Admin:</a:t>
          </a:r>
          <a:r>
            <a:rPr lang="en-US" sz="1100" kern="1200" smtClean="0"/>
            <a:t> Overarching control for monitoring all activities.</a:t>
          </a:r>
          <a:endParaRPr lang="en-US" sz="1100" kern="1200"/>
        </a:p>
      </dsp:txBody>
      <dsp:txXfrm>
        <a:off x="3116513" y="1034129"/>
        <a:ext cx="1560675" cy="1034129"/>
      </dsp:txXfrm>
    </dsp:sp>
    <dsp:sp modelId="{97EAC9A0-A0E5-484E-B8EB-B5D8FBC9B662}">
      <dsp:nvSpPr>
        <dsp:cNvPr id="0" name=""/>
        <dsp:cNvSpPr/>
      </dsp:nvSpPr>
      <dsp:spPr>
        <a:xfrm>
          <a:off x="3386859" y="76199"/>
          <a:ext cx="1019983" cy="10187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D5B677-0E4D-4CA2-AF6F-C2FB409B5C3B}">
      <dsp:nvSpPr>
        <dsp:cNvPr id="0" name=""/>
        <dsp:cNvSpPr/>
      </dsp:nvSpPr>
      <dsp:spPr>
        <a:xfrm>
          <a:off x="4724009" y="0"/>
          <a:ext cx="1560675" cy="25853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Online Service Requests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Apply for birth certificates, marriage certificates, etc.</a:t>
          </a:r>
          <a:endParaRPr lang="en-US" sz="1100" kern="1200" dirty="0"/>
        </a:p>
      </dsp:txBody>
      <dsp:txXfrm>
        <a:off x="4724009" y="1034129"/>
        <a:ext cx="1560675" cy="1034129"/>
      </dsp:txXfrm>
    </dsp:sp>
    <dsp:sp modelId="{96A58819-6593-4C2B-ADD5-9984B66A9986}">
      <dsp:nvSpPr>
        <dsp:cNvPr id="0" name=""/>
        <dsp:cNvSpPr/>
      </dsp:nvSpPr>
      <dsp:spPr>
        <a:xfrm>
          <a:off x="4988893" y="76199"/>
          <a:ext cx="1030908" cy="10187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E5FB2-3CDC-4B06-8D3D-6B3B36735B6E}">
      <dsp:nvSpPr>
        <dsp:cNvPr id="0" name=""/>
        <dsp:cNvSpPr/>
      </dsp:nvSpPr>
      <dsp:spPr>
        <a:xfrm>
          <a:off x="6331505" y="0"/>
          <a:ext cx="1560675" cy="25853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smtClean="0"/>
            <a:t>Real-time Updates:</a:t>
          </a:r>
          <a:r>
            <a:rPr lang="en-US" sz="1100" kern="1200" smtClean="0"/>
            <a:t> Notifications for service status and updates.</a:t>
          </a:r>
          <a:endParaRPr lang="en-US" sz="1100" kern="1200"/>
        </a:p>
      </dsp:txBody>
      <dsp:txXfrm>
        <a:off x="6331505" y="1034129"/>
        <a:ext cx="1560675" cy="1034129"/>
      </dsp:txXfrm>
    </dsp:sp>
    <dsp:sp modelId="{EA5F2903-FA46-45DE-8851-24CCC109AC3D}">
      <dsp:nvSpPr>
        <dsp:cNvPr id="0" name=""/>
        <dsp:cNvSpPr/>
      </dsp:nvSpPr>
      <dsp:spPr>
        <a:xfrm>
          <a:off x="6603685" y="76199"/>
          <a:ext cx="1016315" cy="10187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521B3-5FEA-43C4-8D15-9976E9618F59}">
      <dsp:nvSpPr>
        <dsp:cNvPr id="0" name=""/>
        <dsp:cNvSpPr/>
      </dsp:nvSpPr>
      <dsp:spPr>
        <a:xfrm>
          <a:off x="345613" y="2068258"/>
          <a:ext cx="7233572" cy="38779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4393E-6F1B-491A-96D0-D3CBC852D3BF}">
      <dsp:nvSpPr>
        <dsp:cNvPr id="0" name=""/>
        <dsp:cNvSpPr/>
      </dsp:nvSpPr>
      <dsp:spPr>
        <a:xfrm>
          <a:off x="3236235" y="888820"/>
          <a:ext cx="1091534" cy="10915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E51B085-1893-4AA9-96C3-68700D7C0561}">
      <dsp:nvSpPr>
        <dsp:cNvPr id="0" name=""/>
        <dsp:cNvSpPr/>
      </dsp:nvSpPr>
      <dsp:spPr>
        <a:xfrm>
          <a:off x="3148912" y="0"/>
          <a:ext cx="1266179" cy="7328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Health Department</a:t>
          </a:r>
          <a:endParaRPr lang="en-US" sz="1700" kern="1200"/>
        </a:p>
      </dsp:txBody>
      <dsp:txXfrm>
        <a:off x="3148912" y="0"/>
        <a:ext cx="1266179" cy="732887"/>
      </dsp:txXfrm>
    </dsp:sp>
    <dsp:sp modelId="{7A158D3A-10E2-4E9A-B929-06B3D721D0C8}">
      <dsp:nvSpPr>
        <dsp:cNvPr id="0" name=""/>
        <dsp:cNvSpPr/>
      </dsp:nvSpPr>
      <dsp:spPr>
        <a:xfrm>
          <a:off x="3651455" y="1190395"/>
          <a:ext cx="1091534" cy="10915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79C76CB-A889-4177-9B72-C3D9FB2DC0C2}">
      <dsp:nvSpPr>
        <dsp:cNvPr id="0" name=""/>
        <dsp:cNvSpPr/>
      </dsp:nvSpPr>
      <dsp:spPr>
        <a:xfrm>
          <a:off x="4829875" y="966787"/>
          <a:ext cx="1135195" cy="7952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Livestock Department</a:t>
          </a:r>
          <a:endParaRPr lang="en-US" sz="1700" kern="1200"/>
        </a:p>
      </dsp:txBody>
      <dsp:txXfrm>
        <a:off x="4829875" y="966787"/>
        <a:ext cx="1135195" cy="795260"/>
      </dsp:txXfrm>
    </dsp:sp>
    <dsp:sp modelId="{694579BB-83D1-40C4-B766-A37C62E4A3E8}">
      <dsp:nvSpPr>
        <dsp:cNvPr id="0" name=""/>
        <dsp:cNvSpPr/>
      </dsp:nvSpPr>
      <dsp:spPr>
        <a:xfrm>
          <a:off x="3492964" y="1678779"/>
          <a:ext cx="1091534" cy="10915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B607E3A-617E-445B-8758-5B79E2B0ACCE}">
      <dsp:nvSpPr>
        <dsp:cNvPr id="0" name=""/>
        <dsp:cNvSpPr/>
      </dsp:nvSpPr>
      <dsp:spPr>
        <a:xfrm>
          <a:off x="4655229" y="2323408"/>
          <a:ext cx="1135195" cy="7952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Education Department</a:t>
          </a:r>
          <a:endParaRPr lang="en-US" sz="1700" kern="1200"/>
        </a:p>
      </dsp:txBody>
      <dsp:txXfrm>
        <a:off x="4655229" y="2323408"/>
        <a:ext cx="1135195" cy="795260"/>
      </dsp:txXfrm>
    </dsp:sp>
    <dsp:sp modelId="{62D63383-6B76-42EF-88B7-513F92DE0667}">
      <dsp:nvSpPr>
        <dsp:cNvPr id="0" name=""/>
        <dsp:cNvSpPr/>
      </dsp:nvSpPr>
      <dsp:spPr>
        <a:xfrm>
          <a:off x="2979506" y="1678779"/>
          <a:ext cx="1091534" cy="10915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63C5C36-7F7E-4B2F-9558-9B77AF9DC3A2}">
      <dsp:nvSpPr>
        <dsp:cNvPr id="0" name=""/>
        <dsp:cNvSpPr/>
      </dsp:nvSpPr>
      <dsp:spPr>
        <a:xfrm>
          <a:off x="1773579" y="2323408"/>
          <a:ext cx="1135195" cy="7952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Agriculture Department</a:t>
          </a:r>
          <a:endParaRPr lang="en-US" sz="1700" kern="1200"/>
        </a:p>
      </dsp:txBody>
      <dsp:txXfrm>
        <a:off x="1773579" y="2323408"/>
        <a:ext cx="1135195" cy="795260"/>
      </dsp:txXfrm>
    </dsp:sp>
    <dsp:sp modelId="{A4CF58DB-9BC1-44EF-93AB-2D4A007E61A3}">
      <dsp:nvSpPr>
        <dsp:cNvPr id="0" name=""/>
        <dsp:cNvSpPr/>
      </dsp:nvSpPr>
      <dsp:spPr>
        <a:xfrm>
          <a:off x="2821015" y="1190395"/>
          <a:ext cx="1091534" cy="10915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EBABD37-6600-483C-ADBB-5AE84CF78F0A}">
      <dsp:nvSpPr>
        <dsp:cNvPr id="0" name=""/>
        <dsp:cNvSpPr/>
      </dsp:nvSpPr>
      <dsp:spPr>
        <a:xfrm>
          <a:off x="1598934" y="966787"/>
          <a:ext cx="1135195" cy="7952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Local Government Department</a:t>
          </a:r>
          <a:endParaRPr lang="en-US" sz="1700" kern="1200" dirty="0"/>
        </a:p>
      </dsp:txBody>
      <dsp:txXfrm>
        <a:off x="1598934" y="966787"/>
        <a:ext cx="1135195" cy="7952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CAE0D-053D-4FDC-8784-33C6A76F2218}">
      <dsp:nvSpPr>
        <dsp:cNvPr id="0" name=""/>
        <dsp:cNvSpPr/>
      </dsp:nvSpPr>
      <dsp:spPr>
        <a:xfrm>
          <a:off x="807" y="189213"/>
          <a:ext cx="1890024" cy="94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Birth &amp; Death Registration</a:t>
          </a:r>
          <a:endParaRPr lang="en-US" sz="2000" kern="1200" dirty="0"/>
        </a:p>
      </dsp:txBody>
      <dsp:txXfrm>
        <a:off x="28485" y="216891"/>
        <a:ext cx="1834668" cy="889656"/>
      </dsp:txXfrm>
    </dsp:sp>
    <dsp:sp modelId="{01A68017-D7D0-42B9-8DE0-0466F88DE6A4}">
      <dsp:nvSpPr>
        <dsp:cNvPr id="0" name=""/>
        <dsp:cNvSpPr/>
      </dsp:nvSpPr>
      <dsp:spPr>
        <a:xfrm>
          <a:off x="2363337" y="189213"/>
          <a:ext cx="1890024" cy="94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Birth &amp; Death Certificates</a:t>
          </a:r>
          <a:endParaRPr lang="en-US" sz="2000" kern="1200"/>
        </a:p>
      </dsp:txBody>
      <dsp:txXfrm>
        <a:off x="2391015" y="216891"/>
        <a:ext cx="1834668" cy="889656"/>
      </dsp:txXfrm>
    </dsp:sp>
    <dsp:sp modelId="{B3DC9302-F9F8-4923-B79C-9E5D959EDFCF}">
      <dsp:nvSpPr>
        <dsp:cNvPr id="0" name=""/>
        <dsp:cNvSpPr/>
      </dsp:nvSpPr>
      <dsp:spPr>
        <a:xfrm>
          <a:off x="4725868" y="189213"/>
          <a:ext cx="1890024" cy="94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Marriage &amp; Divorce Certificates</a:t>
          </a:r>
          <a:endParaRPr lang="en-US" sz="2000" kern="1200" dirty="0"/>
        </a:p>
      </dsp:txBody>
      <dsp:txXfrm>
        <a:off x="4753546" y="216891"/>
        <a:ext cx="1834668" cy="8896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B1C0A-9593-453C-BA80-2F6DD126619D}">
      <dsp:nvSpPr>
        <dsp:cNvPr id="0" name=""/>
        <dsp:cNvSpPr/>
      </dsp:nvSpPr>
      <dsp:spPr>
        <a:xfrm>
          <a:off x="0" y="423838"/>
          <a:ext cx="6289385" cy="56511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CADEB-185F-4A03-81D6-D5FDE2C7AC29}">
      <dsp:nvSpPr>
        <dsp:cNvPr id="0" name=""/>
        <dsp:cNvSpPr/>
      </dsp:nvSpPr>
      <dsp:spPr>
        <a:xfrm>
          <a:off x="2763" y="0"/>
          <a:ext cx="1824167" cy="565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In Progress</a:t>
          </a:r>
          <a:endParaRPr lang="en-US" sz="2000" kern="1200"/>
        </a:p>
      </dsp:txBody>
      <dsp:txXfrm>
        <a:off x="2763" y="0"/>
        <a:ext cx="1824167" cy="565118"/>
      </dsp:txXfrm>
    </dsp:sp>
    <dsp:sp modelId="{8ACFFD78-422D-4EDB-985E-441DBD53288F}">
      <dsp:nvSpPr>
        <dsp:cNvPr id="0" name=""/>
        <dsp:cNvSpPr/>
      </dsp:nvSpPr>
      <dsp:spPr>
        <a:xfrm>
          <a:off x="844207" y="635758"/>
          <a:ext cx="141279" cy="141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5BD16-51F3-4CC6-8E75-EFBC3AEA54A3}">
      <dsp:nvSpPr>
        <dsp:cNvPr id="0" name=""/>
        <dsp:cNvSpPr/>
      </dsp:nvSpPr>
      <dsp:spPr>
        <a:xfrm>
          <a:off x="1918139" y="847677"/>
          <a:ext cx="1824167" cy="565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Completed</a:t>
          </a:r>
          <a:endParaRPr lang="en-US" sz="2000" kern="1200"/>
        </a:p>
      </dsp:txBody>
      <dsp:txXfrm>
        <a:off x="1918139" y="847677"/>
        <a:ext cx="1824167" cy="565118"/>
      </dsp:txXfrm>
    </dsp:sp>
    <dsp:sp modelId="{87DD88DD-5CB4-4507-B13E-4F5025ADCA3C}">
      <dsp:nvSpPr>
        <dsp:cNvPr id="0" name=""/>
        <dsp:cNvSpPr/>
      </dsp:nvSpPr>
      <dsp:spPr>
        <a:xfrm>
          <a:off x="2759583" y="635758"/>
          <a:ext cx="141279" cy="141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12FC9-9C6B-423E-84FC-11D068D3B13A}">
      <dsp:nvSpPr>
        <dsp:cNvPr id="0" name=""/>
        <dsp:cNvSpPr/>
      </dsp:nvSpPr>
      <dsp:spPr>
        <a:xfrm>
          <a:off x="3833515" y="0"/>
          <a:ext cx="1824167" cy="565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Declined</a:t>
          </a:r>
          <a:endParaRPr lang="en-US" sz="2000" kern="1200"/>
        </a:p>
      </dsp:txBody>
      <dsp:txXfrm>
        <a:off x="3833515" y="0"/>
        <a:ext cx="1824167" cy="565118"/>
      </dsp:txXfrm>
    </dsp:sp>
    <dsp:sp modelId="{0EDE4079-C8BC-4D72-939B-99EAFB244444}">
      <dsp:nvSpPr>
        <dsp:cNvPr id="0" name=""/>
        <dsp:cNvSpPr/>
      </dsp:nvSpPr>
      <dsp:spPr>
        <a:xfrm>
          <a:off x="4674959" y="635758"/>
          <a:ext cx="141279" cy="141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1D194-545F-480A-800F-0303CB2566A0}">
      <dsp:nvSpPr>
        <dsp:cNvPr id="0" name=""/>
        <dsp:cNvSpPr/>
      </dsp:nvSpPr>
      <dsp:spPr>
        <a:xfrm>
          <a:off x="651266" y="0"/>
          <a:ext cx="4341774" cy="438499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DFFDC-779B-4ED0-8B2A-A86A37340AC7}">
      <dsp:nvSpPr>
        <dsp:cNvPr id="0" name=""/>
        <dsp:cNvSpPr/>
      </dsp:nvSpPr>
      <dsp:spPr>
        <a:xfrm>
          <a:off x="2170887" y="438927"/>
          <a:ext cx="2822153" cy="7793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Notifications</a:t>
          </a:r>
          <a:endParaRPr lang="en-US" sz="1900" kern="1200"/>
        </a:p>
      </dsp:txBody>
      <dsp:txXfrm>
        <a:off x="2208932" y="476972"/>
        <a:ext cx="2746063" cy="703273"/>
      </dsp:txXfrm>
    </dsp:sp>
    <dsp:sp modelId="{95692C1B-41B3-4799-8267-EDC5A70C047C}">
      <dsp:nvSpPr>
        <dsp:cNvPr id="0" name=""/>
        <dsp:cNvSpPr/>
      </dsp:nvSpPr>
      <dsp:spPr>
        <a:xfrm>
          <a:off x="2170887" y="1315712"/>
          <a:ext cx="2822153" cy="7793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Pending Applications</a:t>
          </a:r>
          <a:endParaRPr lang="en-US" sz="1900" kern="1200"/>
        </a:p>
      </dsp:txBody>
      <dsp:txXfrm>
        <a:off x="2208932" y="1353757"/>
        <a:ext cx="2746063" cy="703273"/>
      </dsp:txXfrm>
    </dsp:sp>
    <dsp:sp modelId="{5382C1F7-0E38-4F95-8BAC-EA035E95F7BE}">
      <dsp:nvSpPr>
        <dsp:cNvPr id="0" name=""/>
        <dsp:cNvSpPr/>
      </dsp:nvSpPr>
      <dsp:spPr>
        <a:xfrm>
          <a:off x="2170887" y="2192496"/>
          <a:ext cx="2822153" cy="7793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Application Management</a:t>
          </a:r>
          <a:endParaRPr lang="en-US" sz="1900" kern="1200" dirty="0"/>
        </a:p>
      </dsp:txBody>
      <dsp:txXfrm>
        <a:off x="2208932" y="2230541"/>
        <a:ext cx="2746063" cy="703273"/>
      </dsp:txXfrm>
    </dsp:sp>
    <dsp:sp modelId="{52FBA94C-5797-40DA-A3DF-5EF39683202D}">
      <dsp:nvSpPr>
        <dsp:cNvPr id="0" name=""/>
        <dsp:cNvSpPr/>
      </dsp:nvSpPr>
      <dsp:spPr>
        <a:xfrm>
          <a:off x="2170887" y="3069280"/>
          <a:ext cx="2822153" cy="7793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Service Delivery</a:t>
          </a:r>
          <a:endParaRPr lang="en-US" sz="1900" kern="1200"/>
        </a:p>
      </dsp:txBody>
      <dsp:txXfrm>
        <a:off x="2208932" y="3107325"/>
        <a:ext cx="2746063" cy="703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80110" y="2047240"/>
            <a:ext cx="9974580" cy="1386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60220" y="3698240"/>
            <a:ext cx="8214360" cy="165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6740" y="1518920"/>
            <a:ext cx="5104638" cy="435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043422" y="1518920"/>
            <a:ext cx="5104638" cy="435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6740" y="264160"/>
            <a:ext cx="10561320" cy="1056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740" y="1518920"/>
            <a:ext cx="10561320" cy="435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89832" y="6141720"/>
            <a:ext cx="3755136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86740" y="6141720"/>
            <a:ext cx="2699004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49056" y="6141720"/>
            <a:ext cx="2699004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9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8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0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066" y="0"/>
            <a:ext cx="11728494" cy="6598597"/>
            <a:chOff x="-8066" y="0"/>
            <a:chExt cx="11728494" cy="65985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066" y="0"/>
              <a:ext cx="11728494" cy="65985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529" y="647734"/>
              <a:ext cx="727931" cy="9144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5137" y="773195"/>
              <a:ext cx="720725" cy="629285"/>
            </a:xfrm>
            <a:custGeom>
              <a:avLst/>
              <a:gdLst/>
              <a:ahLst/>
              <a:cxnLst/>
              <a:rect l="l" t="t" r="r" b="b"/>
              <a:pathLst>
                <a:path w="720725" h="629285">
                  <a:moveTo>
                    <a:pt x="232308" y="148971"/>
                  </a:moveTo>
                  <a:lnTo>
                    <a:pt x="161886" y="168998"/>
                  </a:lnTo>
                  <a:lnTo>
                    <a:pt x="114109" y="195046"/>
                  </a:lnTo>
                  <a:lnTo>
                    <a:pt x="66738" y="236867"/>
                  </a:lnTo>
                  <a:lnTo>
                    <a:pt x="37325" y="277660"/>
                  </a:lnTo>
                  <a:lnTo>
                    <a:pt x="16306" y="323164"/>
                  </a:lnTo>
                  <a:lnTo>
                    <a:pt x="3822" y="372148"/>
                  </a:lnTo>
                  <a:lnTo>
                    <a:pt x="0" y="423405"/>
                  </a:lnTo>
                  <a:lnTo>
                    <a:pt x="4953" y="475691"/>
                  </a:lnTo>
                  <a:lnTo>
                    <a:pt x="18834" y="527799"/>
                  </a:lnTo>
                  <a:lnTo>
                    <a:pt x="72821" y="486016"/>
                  </a:lnTo>
                  <a:lnTo>
                    <a:pt x="105905" y="450049"/>
                  </a:lnTo>
                  <a:lnTo>
                    <a:pt x="122618" y="419709"/>
                  </a:lnTo>
                  <a:lnTo>
                    <a:pt x="127495" y="394538"/>
                  </a:lnTo>
                  <a:lnTo>
                    <a:pt x="126936" y="387172"/>
                  </a:lnTo>
                  <a:lnTo>
                    <a:pt x="127228" y="372452"/>
                  </a:lnTo>
                  <a:lnTo>
                    <a:pt x="127190" y="338416"/>
                  </a:lnTo>
                  <a:lnTo>
                    <a:pt x="126530" y="313753"/>
                  </a:lnTo>
                  <a:lnTo>
                    <a:pt x="126885" y="293103"/>
                  </a:lnTo>
                  <a:lnTo>
                    <a:pt x="136715" y="245491"/>
                  </a:lnTo>
                  <a:lnTo>
                    <a:pt x="153885" y="211048"/>
                  </a:lnTo>
                  <a:lnTo>
                    <a:pt x="180454" y="180543"/>
                  </a:lnTo>
                  <a:lnTo>
                    <a:pt x="218198" y="155371"/>
                  </a:lnTo>
                  <a:lnTo>
                    <a:pt x="232308" y="148971"/>
                  </a:lnTo>
                  <a:close/>
                </a:path>
                <a:path w="720725" h="629285">
                  <a:moveTo>
                    <a:pt x="720509" y="340626"/>
                  </a:moveTo>
                  <a:lnTo>
                    <a:pt x="718705" y="302209"/>
                  </a:lnTo>
                  <a:lnTo>
                    <a:pt x="711060" y="247053"/>
                  </a:lnTo>
                  <a:lnTo>
                    <a:pt x="699566" y="202882"/>
                  </a:lnTo>
                  <a:lnTo>
                    <a:pt x="680821" y="159550"/>
                  </a:lnTo>
                  <a:lnTo>
                    <a:pt x="647242" y="108762"/>
                  </a:lnTo>
                  <a:lnTo>
                    <a:pt x="594753" y="58661"/>
                  </a:lnTo>
                  <a:lnTo>
                    <a:pt x="532193" y="23101"/>
                  </a:lnTo>
                  <a:lnTo>
                    <a:pt x="474357" y="5588"/>
                  </a:lnTo>
                  <a:lnTo>
                    <a:pt x="427786" y="0"/>
                  </a:lnTo>
                  <a:lnTo>
                    <a:pt x="398945" y="190"/>
                  </a:lnTo>
                  <a:lnTo>
                    <a:pt x="454418" y="48196"/>
                  </a:lnTo>
                  <a:lnTo>
                    <a:pt x="497903" y="94742"/>
                  </a:lnTo>
                  <a:lnTo>
                    <a:pt x="530923" y="138658"/>
                  </a:lnTo>
                  <a:lnTo>
                    <a:pt x="554951" y="178790"/>
                  </a:lnTo>
                  <a:lnTo>
                    <a:pt x="571487" y="213969"/>
                  </a:lnTo>
                  <a:lnTo>
                    <a:pt x="588010" y="264871"/>
                  </a:lnTo>
                  <a:lnTo>
                    <a:pt x="599859" y="337375"/>
                  </a:lnTo>
                  <a:lnTo>
                    <a:pt x="604050" y="379107"/>
                  </a:lnTo>
                  <a:lnTo>
                    <a:pt x="607860" y="423557"/>
                  </a:lnTo>
                  <a:lnTo>
                    <a:pt x="610565" y="462521"/>
                  </a:lnTo>
                  <a:lnTo>
                    <a:pt x="611632" y="497459"/>
                  </a:lnTo>
                  <a:lnTo>
                    <a:pt x="610793" y="530440"/>
                  </a:lnTo>
                  <a:lnTo>
                    <a:pt x="605180" y="583044"/>
                  </a:lnTo>
                  <a:lnTo>
                    <a:pt x="596163" y="628777"/>
                  </a:lnTo>
                  <a:lnTo>
                    <a:pt x="616534" y="612546"/>
                  </a:lnTo>
                  <a:lnTo>
                    <a:pt x="665276" y="558114"/>
                  </a:lnTo>
                  <a:lnTo>
                    <a:pt x="687908" y="518896"/>
                  </a:lnTo>
                  <a:lnTo>
                    <a:pt x="704469" y="474802"/>
                  </a:lnTo>
                  <a:lnTo>
                    <a:pt x="712393" y="437502"/>
                  </a:lnTo>
                  <a:lnTo>
                    <a:pt x="719632" y="376174"/>
                  </a:lnTo>
                  <a:lnTo>
                    <a:pt x="720509" y="340626"/>
                  </a:lnTo>
                  <a:close/>
                </a:path>
              </a:pathLst>
            </a:custGeom>
            <a:solidFill>
              <a:srgbClr val="3C897E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3418" y="227401"/>
              <a:ext cx="1909846" cy="1644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63814" y="3210272"/>
              <a:ext cx="1158875" cy="1246505"/>
            </a:xfrm>
            <a:custGeom>
              <a:avLst/>
              <a:gdLst/>
              <a:ahLst/>
              <a:cxnLst/>
              <a:rect l="l" t="t" r="r" b="b"/>
              <a:pathLst>
                <a:path w="1158875" h="1246504">
                  <a:moveTo>
                    <a:pt x="579329" y="0"/>
                  </a:moveTo>
                  <a:lnTo>
                    <a:pt x="534054" y="1874"/>
                  </a:lnTo>
                  <a:lnTo>
                    <a:pt x="489733" y="7406"/>
                  </a:lnTo>
                  <a:lnTo>
                    <a:pt x="446494" y="16456"/>
                  </a:lnTo>
                  <a:lnTo>
                    <a:pt x="404465" y="28886"/>
                  </a:lnTo>
                  <a:lnTo>
                    <a:pt x="363775" y="44558"/>
                  </a:lnTo>
                  <a:lnTo>
                    <a:pt x="324554" y="63333"/>
                  </a:lnTo>
                  <a:lnTo>
                    <a:pt x="286930" y="85072"/>
                  </a:lnTo>
                  <a:lnTo>
                    <a:pt x="251032" y="109637"/>
                  </a:lnTo>
                  <a:lnTo>
                    <a:pt x="216988" y="136889"/>
                  </a:lnTo>
                  <a:lnTo>
                    <a:pt x="184927" y="166690"/>
                  </a:lnTo>
                  <a:lnTo>
                    <a:pt x="154979" y="198902"/>
                  </a:lnTo>
                  <a:lnTo>
                    <a:pt x="127272" y="233385"/>
                  </a:lnTo>
                  <a:lnTo>
                    <a:pt x="101934" y="270001"/>
                  </a:lnTo>
                  <a:lnTo>
                    <a:pt x="79095" y="308612"/>
                  </a:lnTo>
                  <a:lnTo>
                    <a:pt x="58883" y="349080"/>
                  </a:lnTo>
                  <a:lnTo>
                    <a:pt x="41428" y="391265"/>
                  </a:lnTo>
                  <a:lnTo>
                    <a:pt x="26857" y="435029"/>
                  </a:lnTo>
                  <a:lnTo>
                    <a:pt x="15300" y="480234"/>
                  </a:lnTo>
                  <a:lnTo>
                    <a:pt x="6886" y="526741"/>
                  </a:lnTo>
                  <a:lnTo>
                    <a:pt x="1742" y="574411"/>
                  </a:lnTo>
                  <a:lnTo>
                    <a:pt x="0" y="623107"/>
                  </a:lnTo>
                  <a:lnTo>
                    <a:pt x="1742" y="671802"/>
                  </a:lnTo>
                  <a:lnTo>
                    <a:pt x="6886" y="719472"/>
                  </a:lnTo>
                  <a:lnTo>
                    <a:pt x="15300" y="765979"/>
                  </a:lnTo>
                  <a:lnTo>
                    <a:pt x="26857" y="811184"/>
                  </a:lnTo>
                  <a:lnTo>
                    <a:pt x="41428" y="854948"/>
                  </a:lnTo>
                  <a:lnTo>
                    <a:pt x="58883" y="897133"/>
                  </a:lnTo>
                  <a:lnTo>
                    <a:pt x="79095" y="937601"/>
                  </a:lnTo>
                  <a:lnTo>
                    <a:pt x="101934" y="976212"/>
                  </a:lnTo>
                  <a:lnTo>
                    <a:pt x="127272" y="1012828"/>
                  </a:lnTo>
                  <a:lnTo>
                    <a:pt x="154979" y="1047311"/>
                  </a:lnTo>
                  <a:lnTo>
                    <a:pt x="184927" y="1079523"/>
                  </a:lnTo>
                  <a:lnTo>
                    <a:pt x="216988" y="1109324"/>
                  </a:lnTo>
                  <a:lnTo>
                    <a:pt x="251032" y="1136576"/>
                  </a:lnTo>
                  <a:lnTo>
                    <a:pt x="286930" y="1161141"/>
                  </a:lnTo>
                  <a:lnTo>
                    <a:pt x="324554" y="1182880"/>
                  </a:lnTo>
                  <a:lnTo>
                    <a:pt x="363775" y="1201655"/>
                  </a:lnTo>
                  <a:lnTo>
                    <a:pt x="404465" y="1217327"/>
                  </a:lnTo>
                  <a:lnTo>
                    <a:pt x="446494" y="1229757"/>
                  </a:lnTo>
                  <a:lnTo>
                    <a:pt x="489733" y="1238807"/>
                  </a:lnTo>
                  <a:lnTo>
                    <a:pt x="534054" y="1244339"/>
                  </a:lnTo>
                  <a:lnTo>
                    <a:pt x="579329" y="1246214"/>
                  </a:lnTo>
                  <a:lnTo>
                    <a:pt x="624603" y="1244339"/>
                  </a:lnTo>
                  <a:lnTo>
                    <a:pt x="668924" y="1238807"/>
                  </a:lnTo>
                  <a:lnTo>
                    <a:pt x="712163" y="1229757"/>
                  </a:lnTo>
                  <a:lnTo>
                    <a:pt x="754192" y="1217327"/>
                  </a:lnTo>
                  <a:lnTo>
                    <a:pt x="794882" y="1201655"/>
                  </a:lnTo>
                  <a:lnTo>
                    <a:pt x="834103" y="1182880"/>
                  </a:lnTo>
                  <a:lnTo>
                    <a:pt x="871727" y="1161141"/>
                  </a:lnTo>
                  <a:lnTo>
                    <a:pt x="907625" y="1136576"/>
                  </a:lnTo>
                  <a:lnTo>
                    <a:pt x="941669" y="1109324"/>
                  </a:lnTo>
                  <a:lnTo>
                    <a:pt x="973730" y="1079523"/>
                  </a:lnTo>
                  <a:lnTo>
                    <a:pt x="1003678" y="1047311"/>
                  </a:lnTo>
                  <a:lnTo>
                    <a:pt x="1031385" y="1012828"/>
                  </a:lnTo>
                  <a:lnTo>
                    <a:pt x="1056723" y="976212"/>
                  </a:lnTo>
                  <a:lnTo>
                    <a:pt x="1079562" y="937601"/>
                  </a:lnTo>
                  <a:lnTo>
                    <a:pt x="1099774" y="897133"/>
                  </a:lnTo>
                  <a:lnTo>
                    <a:pt x="1117229" y="854948"/>
                  </a:lnTo>
                  <a:lnTo>
                    <a:pt x="1131800" y="811184"/>
                  </a:lnTo>
                  <a:lnTo>
                    <a:pt x="1143357" y="765979"/>
                  </a:lnTo>
                  <a:lnTo>
                    <a:pt x="1151771" y="719472"/>
                  </a:lnTo>
                  <a:lnTo>
                    <a:pt x="1156915" y="671802"/>
                  </a:lnTo>
                  <a:lnTo>
                    <a:pt x="1158658" y="623107"/>
                  </a:lnTo>
                  <a:lnTo>
                    <a:pt x="1156915" y="574411"/>
                  </a:lnTo>
                  <a:lnTo>
                    <a:pt x="1151771" y="526741"/>
                  </a:lnTo>
                  <a:lnTo>
                    <a:pt x="1143357" y="480234"/>
                  </a:lnTo>
                  <a:lnTo>
                    <a:pt x="1131800" y="435029"/>
                  </a:lnTo>
                  <a:lnTo>
                    <a:pt x="1117229" y="391265"/>
                  </a:lnTo>
                  <a:lnTo>
                    <a:pt x="1099774" y="349080"/>
                  </a:lnTo>
                  <a:lnTo>
                    <a:pt x="1079562" y="308612"/>
                  </a:lnTo>
                  <a:lnTo>
                    <a:pt x="1056723" y="270001"/>
                  </a:lnTo>
                  <a:lnTo>
                    <a:pt x="1031385" y="233385"/>
                  </a:lnTo>
                  <a:lnTo>
                    <a:pt x="1003678" y="198902"/>
                  </a:lnTo>
                  <a:lnTo>
                    <a:pt x="973730" y="166690"/>
                  </a:lnTo>
                  <a:lnTo>
                    <a:pt x="941669" y="136889"/>
                  </a:lnTo>
                  <a:lnTo>
                    <a:pt x="907625" y="109637"/>
                  </a:lnTo>
                  <a:lnTo>
                    <a:pt x="871727" y="85072"/>
                  </a:lnTo>
                  <a:lnTo>
                    <a:pt x="834103" y="63333"/>
                  </a:lnTo>
                  <a:lnTo>
                    <a:pt x="794882" y="44558"/>
                  </a:lnTo>
                  <a:lnTo>
                    <a:pt x="754192" y="28886"/>
                  </a:lnTo>
                  <a:lnTo>
                    <a:pt x="712163" y="16456"/>
                  </a:lnTo>
                  <a:lnTo>
                    <a:pt x="668924" y="7406"/>
                  </a:lnTo>
                  <a:lnTo>
                    <a:pt x="624603" y="1874"/>
                  </a:lnTo>
                  <a:lnTo>
                    <a:pt x="579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6381" y="3252404"/>
              <a:ext cx="851219" cy="10875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53957" y="3154488"/>
              <a:ext cx="976067" cy="12123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76098" y="3376628"/>
              <a:ext cx="532130" cy="768350"/>
            </a:xfrm>
            <a:custGeom>
              <a:avLst/>
              <a:gdLst/>
              <a:ahLst/>
              <a:cxnLst/>
              <a:rect l="l" t="t" r="r" b="b"/>
              <a:pathLst>
                <a:path w="532129" h="768350">
                  <a:moveTo>
                    <a:pt x="312588" y="0"/>
                  </a:moveTo>
                  <a:lnTo>
                    <a:pt x="219197" y="0"/>
                  </a:lnTo>
                  <a:lnTo>
                    <a:pt x="168937" y="5789"/>
                  </a:lnTo>
                  <a:lnTo>
                    <a:pt x="122800" y="22279"/>
                  </a:lnTo>
                  <a:lnTo>
                    <a:pt x="82100" y="48155"/>
                  </a:lnTo>
                  <a:lnTo>
                    <a:pt x="48155" y="82100"/>
                  </a:lnTo>
                  <a:lnTo>
                    <a:pt x="22279" y="122800"/>
                  </a:lnTo>
                  <a:lnTo>
                    <a:pt x="5789" y="168937"/>
                  </a:lnTo>
                  <a:lnTo>
                    <a:pt x="0" y="219197"/>
                  </a:lnTo>
                  <a:lnTo>
                    <a:pt x="0" y="548880"/>
                  </a:lnTo>
                  <a:lnTo>
                    <a:pt x="5789" y="599141"/>
                  </a:lnTo>
                  <a:lnTo>
                    <a:pt x="22279" y="645278"/>
                  </a:lnTo>
                  <a:lnTo>
                    <a:pt x="48155" y="685978"/>
                  </a:lnTo>
                  <a:lnTo>
                    <a:pt x="82100" y="719923"/>
                  </a:lnTo>
                  <a:lnTo>
                    <a:pt x="122800" y="745799"/>
                  </a:lnTo>
                  <a:lnTo>
                    <a:pt x="168938" y="762289"/>
                  </a:lnTo>
                  <a:lnTo>
                    <a:pt x="219198" y="768078"/>
                  </a:lnTo>
                  <a:lnTo>
                    <a:pt x="312588" y="768078"/>
                  </a:lnTo>
                  <a:lnTo>
                    <a:pt x="362848" y="762289"/>
                  </a:lnTo>
                  <a:lnTo>
                    <a:pt x="408986" y="745799"/>
                  </a:lnTo>
                  <a:lnTo>
                    <a:pt x="449685" y="719923"/>
                  </a:lnTo>
                  <a:lnTo>
                    <a:pt x="483631" y="685978"/>
                  </a:lnTo>
                  <a:lnTo>
                    <a:pt x="509507" y="645278"/>
                  </a:lnTo>
                  <a:lnTo>
                    <a:pt x="525997" y="599141"/>
                  </a:lnTo>
                  <a:lnTo>
                    <a:pt x="531786" y="548881"/>
                  </a:lnTo>
                  <a:lnTo>
                    <a:pt x="531786" y="219197"/>
                  </a:lnTo>
                  <a:lnTo>
                    <a:pt x="525997" y="168937"/>
                  </a:lnTo>
                  <a:lnTo>
                    <a:pt x="509507" y="122800"/>
                  </a:lnTo>
                  <a:lnTo>
                    <a:pt x="483631" y="82100"/>
                  </a:lnTo>
                  <a:lnTo>
                    <a:pt x="449685" y="48155"/>
                  </a:lnTo>
                  <a:lnTo>
                    <a:pt x="408986" y="22279"/>
                  </a:lnTo>
                  <a:lnTo>
                    <a:pt x="362848" y="5789"/>
                  </a:lnTo>
                  <a:lnTo>
                    <a:pt x="312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471673" y="3739140"/>
              <a:ext cx="136525" cy="57785"/>
            </a:xfrm>
            <a:custGeom>
              <a:avLst/>
              <a:gdLst/>
              <a:ahLst/>
              <a:cxnLst/>
              <a:rect l="l" t="t" r="r" b="b"/>
              <a:pathLst>
                <a:path w="136525" h="57785">
                  <a:moveTo>
                    <a:pt x="39776" y="28727"/>
                  </a:moveTo>
                  <a:lnTo>
                    <a:pt x="38214" y="17551"/>
                  </a:lnTo>
                  <a:lnTo>
                    <a:pt x="33959" y="8420"/>
                  </a:lnTo>
                  <a:lnTo>
                    <a:pt x="27635" y="2260"/>
                  </a:lnTo>
                  <a:lnTo>
                    <a:pt x="19888" y="0"/>
                  </a:lnTo>
                  <a:lnTo>
                    <a:pt x="12141" y="2260"/>
                  </a:lnTo>
                  <a:lnTo>
                    <a:pt x="5816" y="8420"/>
                  </a:lnTo>
                  <a:lnTo>
                    <a:pt x="1562" y="17551"/>
                  </a:lnTo>
                  <a:lnTo>
                    <a:pt x="0" y="28727"/>
                  </a:lnTo>
                  <a:lnTo>
                    <a:pt x="1562" y="39916"/>
                  </a:lnTo>
                  <a:lnTo>
                    <a:pt x="5816" y="49047"/>
                  </a:lnTo>
                  <a:lnTo>
                    <a:pt x="12141" y="55206"/>
                  </a:lnTo>
                  <a:lnTo>
                    <a:pt x="19888" y="57467"/>
                  </a:lnTo>
                  <a:lnTo>
                    <a:pt x="27635" y="55206"/>
                  </a:lnTo>
                  <a:lnTo>
                    <a:pt x="33959" y="49047"/>
                  </a:lnTo>
                  <a:lnTo>
                    <a:pt x="38214" y="39916"/>
                  </a:lnTo>
                  <a:lnTo>
                    <a:pt x="39776" y="28727"/>
                  </a:lnTo>
                  <a:close/>
                </a:path>
                <a:path w="136525" h="57785">
                  <a:moveTo>
                    <a:pt x="136321" y="28727"/>
                  </a:moveTo>
                  <a:lnTo>
                    <a:pt x="134759" y="17551"/>
                  </a:lnTo>
                  <a:lnTo>
                    <a:pt x="130492" y="8420"/>
                  </a:lnTo>
                  <a:lnTo>
                    <a:pt x="124180" y="2260"/>
                  </a:lnTo>
                  <a:lnTo>
                    <a:pt x="116433" y="0"/>
                  </a:lnTo>
                  <a:lnTo>
                    <a:pt x="108686" y="2260"/>
                  </a:lnTo>
                  <a:lnTo>
                    <a:pt x="102362" y="8420"/>
                  </a:lnTo>
                  <a:lnTo>
                    <a:pt x="98107" y="17551"/>
                  </a:lnTo>
                  <a:lnTo>
                    <a:pt x="96545" y="28727"/>
                  </a:lnTo>
                  <a:lnTo>
                    <a:pt x="98107" y="39916"/>
                  </a:lnTo>
                  <a:lnTo>
                    <a:pt x="102362" y="49047"/>
                  </a:lnTo>
                  <a:lnTo>
                    <a:pt x="108686" y="55206"/>
                  </a:lnTo>
                  <a:lnTo>
                    <a:pt x="116433" y="57467"/>
                  </a:lnTo>
                  <a:lnTo>
                    <a:pt x="124180" y="55206"/>
                  </a:lnTo>
                  <a:lnTo>
                    <a:pt x="130492" y="49047"/>
                  </a:lnTo>
                  <a:lnTo>
                    <a:pt x="134759" y="39916"/>
                  </a:lnTo>
                  <a:lnTo>
                    <a:pt x="136321" y="28727"/>
                  </a:lnTo>
                  <a:close/>
                </a:path>
              </a:pathLst>
            </a:custGeom>
            <a:solidFill>
              <a:srgbClr val="3C897E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00251" y="3504651"/>
              <a:ext cx="283390" cy="514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406535" y="3598779"/>
              <a:ext cx="279400" cy="305435"/>
            </a:xfrm>
            <a:custGeom>
              <a:avLst/>
              <a:gdLst/>
              <a:ahLst/>
              <a:cxnLst/>
              <a:rect l="l" t="t" r="r" b="b"/>
              <a:pathLst>
                <a:path w="279400" h="305435">
                  <a:moveTo>
                    <a:pt x="62280" y="84137"/>
                  </a:moveTo>
                  <a:lnTo>
                    <a:pt x="60490" y="79400"/>
                  </a:lnTo>
                  <a:lnTo>
                    <a:pt x="56972" y="76669"/>
                  </a:lnTo>
                  <a:lnTo>
                    <a:pt x="52730" y="77597"/>
                  </a:lnTo>
                  <a:lnTo>
                    <a:pt x="24460" y="109778"/>
                  </a:lnTo>
                  <a:lnTo>
                    <a:pt x="8534" y="145199"/>
                  </a:lnTo>
                  <a:lnTo>
                    <a:pt x="0" y="185966"/>
                  </a:lnTo>
                  <a:lnTo>
                    <a:pt x="5613" y="209689"/>
                  </a:lnTo>
                  <a:lnTo>
                    <a:pt x="22237" y="221310"/>
                  </a:lnTo>
                  <a:lnTo>
                    <a:pt x="39789" y="218414"/>
                  </a:lnTo>
                  <a:lnTo>
                    <a:pt x="48183" y="198539"/>
                  </a:lnTo>
                  <a:lnTo>
                    <a:pt x="48069" y="185966"/>
                  </a:lnTo>
                  <a:lnTo>
                    <a:pt x="48018" y="165061"/>
                  </a:lnTo>
                  <a:lnTo>
                    <a:pt x="47802" y="152958"/>
                  </a:lnTo>
                  <a:lnTo>
                    <a:pt x="47891" y="145199"/>
                  </a:lnTo>
                  <a:lnTo>
                    <a:pt x="47942" y="141338"/>
                  </a:lnTo>
                  <a:lnTo>
                    <a:pt x="56997" y="97320"/>
                  </a:lnTo>
                  <a:lnTo>
                    <a:pt x="61379" y="89230"/>
                  </a:lnTo>
                  <a:lnTo>
                    <a:pt x="62280" y="84137"/>
                  </a:lnTo>
                  <a:close/>
                </a:path>
                <a:path w="279400" h="305435">
                  <a:moveTo>
                    <a:pt x="279095" y="168046"/>
                  </a:moveTo>
                  <a:lnTo>
                    <a:pt x="276656" y="125463"/>
                  </a:lnTo>
                  <a:lnTo>
                    <a:pt x="263652" y="66192"/>
                  </a:lnTo>
                  <a:lnTo>
                    <a:pt x="230136" y="9448"/>
                  </a:lnTo>
                  <a:lnTo>
                    <a:pt x="213334" y="0"/>
                  </a:lnTo>
                  <a:lnTo>
                    <a:pt x="201104" y="6858"/>
                  </a:lnTo>
                  <a:lnTo>
                    <a:pt x="196354" y="24523"/>
                  </a:lnTo>
                  <a:lnTo>
                    <a:pt x="201968" y="47510"/>
                  </a:lnTo>
                  <a:lnTo>
                    <a:pt x="212890" y="72351"/>
                  </a:lnTo>
                  <a:lnTo>
                    <a:pt x="220306" y="94157"/>
                  </a:lnTo>
                  <a:lnTo>
                    <a:pt x="230073" y="144703"/>
                  </a:lnTo>
                  <a:lnTo>
                    <a:pt x="233603" y="188048"/>
                  </a:lnTo>
                  <a:lnTo>
                    <a:pt x="236270" y="236626"/>
                  </a:lnTo>
                  <a:lnTo>
                    <a:pt x="236677" y="256260"/>
                  </a:lnTo>
                  <a:lnTo>
                    <a:pt x="236461" y="268300"/>
                  </a:lnTo>
                  <a:lnTo>
                    <a:pt x="236347" y="274828"/>
                  </a:lnTo>
                  <a:lnTo>
                    <a:pt x="247281" y="304952"/>
                  </a:lnTo>
                  <a:lnTo>
                    <a:pt x="252399" y="300380"/>
                  </a:lnTo>
                  <a:lnTo>
                    <a:pt x="270129" y="255549"/>
                  </a:lnTo>
                  <a:lnTo>
                    <a:pt x="277609" y="206260"/>
                  </a:lnTo>
                  <a:lnTo>
                    <a:pt x="278752" y="188048"/>
                  </a:lnTo>
                  <a:lnTo>
                    <a:pt x="279095" y="168046"/>
                  </a:lnTo>
                  <a:close/>
                </a:path>
              </a:pathLst>
            </a:custGeom>
            <a:solidFill>
              <a:srgbClr val="3C897E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8313" y="4064093"/>
              <a:ext cx="787350" cy="45357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25776" y="4206062"/>
              <a:ext cx="432425" cy="9865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865644" y="3329931"/>
              <a:ext cx="487680" cy="1019175"/>
            </a:xfrm>
            <a:custGeom>
              <a:avLst/>
              <a:gdLst/>
              <a:ahLst/>
              <a:cxnLst/>
              <a:rect l="l" t="t" r="r" b="b"/>
              <a:pathLst>
                <a:path w="487679" h="1019175">
                  <a:moveTo>
                    <a:pt x="86565" y="924746"/>
                  </a:moveTo>
                  <a:lnTo>
                    <a:pt x="0" y="1018568"/>
                  </a:lnTo>
                  <a:lnTo>
                    <a:pt x="23545" y="995089"/>
                  </a:lnTo>
                  <a:lnTo>
                    <a:pt x="45806" y="971620"/>
                  </a:lnTo>
                  <a:lnTo>
                    <a:pt x="66805" y="948169"/>
                  </a:lnTo>
                  <a:lnTo>
                    <a:pt x="86565" y="924746"/>
                  </a:lnTo>
                  <a:close/>
                </a:path>
                <a:path w="487679" h="1019175">
                  <a:moveTo>
                    <a:pt x="87183" y="79874"/>
                  </a:moveTo>
                  <a:lnTo>
                    <a:pt x="112806" y="109476"/>
                  </a:lnTo>
                  <a:lnTo>
                    <a:pt x="137034" y="140945"/>
                  </a:lnTo>
                  <a:lnTo>
                    <a:pt x="159649" y="174193"/>
                  </a:lnTo>
                  <a:lnTo>
                    <a:pt x="180433" y="209128"/>
                  </a:lnTo>
                  <a:lnTo>
                    <a:pt x="199169" y="245663"/>
                  </a:lnTo>
                  <a:lnTo>
                    <a:pt x="215640" y="283707"/>
                  </a:lnTo>
                  <a:lnTo>
                    <a:pt x="229628" y="323172"/>
                  </a:lnTo>
                  <a:lnTo>
                    <a:pt x="240915" y="363967"/>
                  </a:lnTo>
                  <a:lnTo>
                    <a:pt x="249285" y="406004"/>
                  </a:lnTo>
                  <a:lnTo>
                    <a:pt x="254518" y="449192"/>
                  </a:lnTo>
                  <a:lnTo>
                    <a:pt x="256399" y="493443"/>
                  </a:lnTo>
                  <a:lnTo>
                    <a:pt x="254710" y="538666"/>
                  </a:lnTo>
                  <a:lnTo>
                    <a:pt x="249233" y="584773"/>
                  </a:lnTo>
                  <a:lnTo>
                    <a:pt x="239750" y="631674"/>
                  </a:lnTo>
                  <a:lnTo>
                    <a:pt x="226045" y="679280"/>
                  </a:lnTo>
                  <a:lnTo>
                    <a:pt x="207900" y="727501"/>
                  </a:lnTo>
                  <a:lnTo>
                    <a:pt x="185096" y="776247"/>
                  </a:lnTo>
                  <a:lnTo>
                    <a:pt x="157418" y="825430"/>
                  </a:lnTo>
                  <a:lnTo>
                    <a:pt x="124646" y="874959"/>
                  </a:lnTo>
                  <a:lnTo>
                    <a:pt x="86565" y="924746"/>
                  </a:lnTo>
                  <a:lnTo>
                    <a:pt x="487395" y="490313"/>
                  </a:lnTo>
                  <a:lnTo>
                    <a:pt x="487395" y="446535"/>
                  </a:lnTo>
                  <a:lnTo>
                    <a:pt x="87183" y="79874"/>
                  </a:lnTo>
                  <a:close/>
                </a:path>
                <a:path w="487679" h="1019175">
                  <a:moveTo>
                    <a:pt x="0" y="0"/>
                  </a:moveTo>
                  <a:lnTo>
                    <a:pt x="87183" y="79874"/>
                  </a:lnTo>
                  <a:lnTo>
                    <a:pt x="66214" y="57985"/>
                  </a:lnTo>
                  <a:lnTo>
                    <a:pt x="44624" y="37348"/>
                  </a:lnTo>
                  <a:lnTo>
                    <a:pt x="22517" y="18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177" y="1078005"/>
              <a:ext cx="6597828" cy="5288384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>
          <a:xfrm>
            <a:off x="485543" y="1313587"/>
            <a:ext cx="5153825" cy="1200329"/>
          </a:xfrm>
          <a:prstGeom prst="rect">
            <a:avLst/>
          </a:prstGeom>
          <a:solidFill>
            <a:srgbClr val="62C09E"/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Digitalization of Model Union Councils </a:t>
            </a:r>
            <a:r>
              <a:rPr lang="en-US" b="1" dirty="0" smtClean="0">
                <a:solidFill>
                  <a:srgbClr val="FFFFFF"/>
                </a:solidFill>
              </a:rPr>
              <a:t> 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0750" y="2454296"/>
            <a:ext cx="4630786" cy="1400383"/>
          </a:xfrm>
          <a:prstGeom prst="rect">
            <a:avLst/>
          </a:prstGeom>
          <a:solidFill>
            <a:srgbClr val="62C09E"/>
          </a:solidFill>
        </p:spPr>
        <p:txBody>
          <a:bodyPr wrap="square" rtlCol="0">
            <a:spAutoFit/>
          </a:bodyPr>
          <a:lstStyle/>
          <a:p>
            <a:endParaRPr lang="en-US" sz="1700" i="1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700" i="1" dirty="0" smtClean="0">
                <a:solidFill>
                  <a:schemeClr val="bg1">
                    <a:lumMod val="95000"/>
                  </a:schemeClr>
                </a:solidFill>
              </a:rPr>
              <a:t>Digitalizing Union Councils through Mobile &amp; Web Application under Monitoring the District </a:t>
            </a:r>
            <a:r>
              <a:rPr lang="en-US" sz="1700" i="1" dirty="0">
                <a:solidFill>
                  <a:schemeClr val="bg1">
                    <a:lumMod val="95000"/>
                  </a:schemeClr>
                </a:solidFill>
              </a:rPr>
              <a:t>A</a:t>
            </a:r>
            <a:r>
              <a:rPr lang="en-US" sz="1700" i="1" dirty="0" smtClean="0">
                <a:solidFill>
                  <a:schemeClr val="bg1">
                    <a:lumMod val="95000"/>
                  </a:schemeClr>
                </a:solidFill>
              </a:rPr>
              <a:t>dministration.</a:t>
            </a:r>
            <a:endParaRPr lang="en-US" sz="1700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en-US" sz="1700" dirty="0"/>
          </a:p>
        </p:txBody>
      </p:sp>
      <p:sp>
        <p:nvSpPr>
          <p:cNvPr id="29" name="Rectangle 28"/>
          <p:cNvSpPr/>
          <p:nvPr/>
        </p:nvSpPr>
        <p:spPr>
          <a:xfrm>
            <a:off x="8235950" y="209645"/>
            <a:ext cx="2209800" cy="282479"/>
          </a:xfrm>
          <a:prstGeom prst="rect">
            <a:avLst/>
          </a:prstGeom>
          <a:solidFill>
            <a:srgbClr val="62C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0" name="object 3"/>
          <p:cNvSpPr/>
          <p:nvPr/>
        </p:nvSpPr>
        <p:spPr>
          <a:xfrm flipV="1">
            <a:off x="10826750" y="6400361"/>
            <a:ext cx="920750" cy="45719"/>
          </a:xfrm>
          <a:custGeom>
            <a:avLst/>
            <a:gdLst/>
            <a:ahLst/>
            <a:cxnLst/>
            <a:rect l="l" t="t" r="r" b="b"/>
            <a:pathLst>
              <a:path w="520700" h="67945">
                <a:moveTo>
                  <a:pt x="520568" y="0"/>
                </a:moveTo>
                <a:lnTo>
                  <a:pt x="0" y="0"/>
                </a:lnTo>
                <a:lnTo>
                  <a:pt x="0" y="67719"/>
                </a:lnTo>
                <a:lnTo>
                  <a:pt x="520568" y="67719"/>
                </a:lnTo>
                <a:lnTo>
                  <a:pt x="520568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1091339"/>
            <a:ext cx="4197350" cy="5334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880744" cy="1265555"/>
          </a:xfrm>
          <a:custGeom>
            <a:avLst/>
            <a:gdLst/>
            <a:ahLst/>
            <a:cxnLst/>
            <a:rect l="l" t="t" r="r" b="b"/>
            <a:pathLst>
              <a:path w="880744" h="1265555">
                <a:moveTo>
                  <a:pt x="863976" y="0"/>
                </a:moveTo>
                <a:lnTo>
                  <a:pt x="0" y="0"/>
                </a:lnTo>
                <a:lnTo>
                  <a:pt x="0" y="1265048"/>
                </a:lnTo>
                <a:lnTo>
                  <a:pt x="60236" y="1251417"/>
                </a:lnTo>
                <a:lnTo>
                  <a:pt x="104100" y="1239023"/>
                </a:lnTo>
                <a:lnTo>
                  <a:pt x="147198" y="1224876"/>
                </a:lnTo>
                <a:lnTo>
                  <a:pt x="189491" y="1209017"/>
                </a:lnTo>
                <a:lnTo>
                  <a:pt x="230937" y="1191488"/>
                </a:lnTo>
                <a:lnTo>
                  <a:pt x="271494" y="1172330"/>
                </a:lnTo>
                <a:lnTo>
                  <a:pt x="311122" y="1151584"/>
                </a:lnTo>
                <a:lnTo>
                  <a:pt x="349779" y="1129290"/>
                </a:lnTo>
                <a:lnTo>
                  <a:pt x="387425" y="1105491"/>
                </a:lnTo>
                <a:lnTo>
                  <a:pt x="424017" y="1080228"/>
                </a:lnTo>
                <a:lnTo>
                  <a:pt x="459516" y="1053541"/>
                </a:lnTo>
                <a:lnTo>
                  <a:pt x="493879" y="1025471"/>
                </a:lnTo>
                <a:lnTo>
                  <a:pt x="527065" y="996061"/>
                </a:lnTo>
                <a:lnTo>
                  <a:pt x="559035" y="965351"/>
                </a:lnTo>
                <a:lnTo>
                  <a:pt x="589745" y="933382"/>
                </a:lnTo>
                <a:lnTo>
                  <a:pt x="619155" y="900195"/>
                </a:lnTo>
                <a:lnTo>
                  <a:pt x="647224" y="865832"/>
                </a:lnTo>
                <a:lnTo>
                  <a:pt x="673911" y="830334"/>
                </a:lnTo>
                <a:lnTo>
                  <a:pt x="699175" y="793741"/>
                </a:lnTo>
                <a:lnTo>
                  <a:pt x="722974" y="756096"/>
                </a:lnTo>
                <a:lnTo>
                  <a:pt x="745267" y="717438"/>
                </a:lnTo>
                <a:lnTo>
                  <a:pt x="766014" y="677810"/>
                </a:lnTo>
                <a:lnTo>
                  <a:pt x="785172" y="637253"/>
                </a:lnTo>
                <a:lnTo>
                  <a:pt x="802701" y="595807"/>
                </a:lnTo>
                <a:lnTo>
                  <a:pt x="818560" y="553515"/>
                </a:lnTo>
                <a:lnTo>
                  <a:pt x="832707" y="510416"/>
                </a:lnTo>
                <a:lnTo>
                  <a:pt x="845101" y="466552"/>
                </a:lnTo>
                <a:lnTo>
                  <a:pt x="855702" y="421965"/>
                </a:lnTo>
                <a:lnTo>
                  <a:pt x="864467" y="376695"/>
                </a:lnTo>
                <a:lnTo>
                  <a:pt x="871356" y="330784"/>
                </a:lnTo>
                <a:lnTo>
                  <a:pt x="876328" y="284273"/>
                </a:lnTo>
                <a:lnTo>
                  <a:pt x="879341" y="237203"/>
                </a:lnTo>
                <a:lnTo>
                  <a:pt x="880355" y="189615"/>
                </a:lnTo>
                <a:lnTo>
                  <a:pt x="879341" y="142027"/>
                </a:lnTo>
                <a:lnTo>
                  <a:pt x="876328" y="94957"/>
                </a:lnTo>
                <a:lnTo>
                  <a:pt x="871356" y="48446"/>
                </a:lnTo>
                <a:lnTo>
                  <a:pt x="864467" y="2535"/>
                </a:lnTo>
                <a:lnTo>
                  <a:pt x="86397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01950" y="1107413"/>
            <a:ext cx="7315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 smtClean="0">
                <a:solidFill>
                  <a:srgbClr val="62C09E"/>
                </a:solidFill>
              </a:rPr>
              <a:t>All the Services under Supervision of DC Office at Real-time</a:t>
            </a:r>
            <a:endParaRPr lang="en-US" sz="2400" b="1" dirty="0">
              <a:solidFill>
                <a:srgbClr val="62C09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8500" y="2431409"/>
            <a:ext cx="6616700" cy="381642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Web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Mobile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Based System which provides all the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Model Union Council 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Services </a:t>
            </a: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at fingertip  under the under Supervision of </a:t>
            </a:r>
          </a:p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DC Office at Real-time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endParaRPr lang="en-US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It provides all the services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quick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and in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easy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way.</a:t>
            </a: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Also with the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Monitoring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of Department Head and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District Officer</a:t>
            </a:r>
          </a:p>
          <a:p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650" y="339725"/>
            <a:ext cx="1593850" cy="67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880744" cy="1265555"/>
          </a:xfrm>
          <a:custGeom>
            <a:avLst/>
            <a:gdLst/>
            <a:ahLst/>
            <a:cxnLst/>
            <a:rect l="l" t="t" r="r" b="b"/>
            <a:pathLst>
              <a:path w="880744" h="1265555">
                <a:moveTo>
                  <a:pt x="863977" y="0"/>
                </a:moveTo>
                <a:lnTo>
                  <a:pt x="0" y="0"/>
                </a:lnTo>
                <a:lnTo>
                  <a:pt x="0" y="1265051"/>
                </a:lnTo>
                <a:lnTo>
                  <a:pt x="60238" y="1251420"/>
                </a:lnTo>
                <a:lnTo>
                  <a:pt x="104101" y="1239025"/>
                </a:lnTo>
                <a:lnTo>
                  <a:pt x="147200" y="1224878"/>
                </a:lnTo>
                <a:lnTo>
                  <a:pt x="189493" y="1209020"/>
                </a:lnTo>
                <a:lnTo>
                  <a:pt x="230938" y="1191491"/>
                </a:lnTo>
                <a:lnTo>
                  <a:pt x="271496" y="1172332"/>
                </a:lnTo>
                <a:lnTo>
                  <a:pt x="311124" y="1151586"/>
                </a:lnTo>
                <a:lnTo>
                  <a:pt x="349781" y="1129293"/>
                </a:lnTo>
                <a:lnTo>
                  <a:pt x="387426" y="1105494"/>
                </a:lnTo>
                <a:lnTo>
                  <a:pt x="424019" y="1080230"/>
                </a:lnTo>
                <a:lnTo>
                  <a:pt x="459517" y="1053543"/>
                </a:lnTo>
                <a:lnTo>
                  <a:pt x="493880" y="1025474"/>
                </a:lnTo>
                <a:lnTo>
                  <a:pt x="527067" y="996063"/>
                </a:lnTo>
                <a:lnTo>
                  <a:pt x="559036" y="965353"/>
                </a:lnTo>
                <a:lnTo>
                  <a:pt x="589746" y="933384"/>
                </a:lnTo>
                <a:lnTo>
                  <a:pt x="619157" y="900197"/>
                </a:lnTo>
                <a:lnTo>
                  <a:pt x="647226" y="865834"/>
                </a:lnTo>
                <a:lnTo>
                  <a:pt x="673913" y="830336"/>
                </a:lnTo>
                <a:lnTo>
                  <a:pt x="699177" y="793743"/>
                </a:lnTo>
                <a:lnTo>
                  <a:pt x="722976" y="756098"/>
                </a:lnTo>
                <a:lnTo>
                  <a:pt x="745269" y="717441"/>
                </a:lnTo>
                <a:lnTo>
                  <a:pt x="766015" y="677813"/>
                </a:lnTo>
                <a:lnTo>
                  <a:pt x="785174" y="637255"/>
                </a:lnTo>
                <a:lnTo>
                  <a:pt x="802703" y="595810"/>
                </a:lnTo>
                <a:lnTo>
                  <a:pt x="818561" y="553517"/>
                </a:lnTo>
                <a:lnTo>
                  <a:pt x="832708" y="510418"/>
                </a:lnTo>
                <a:lnTo>
                  <a:pt x="845103" y="466555"/>
                </a:lnTo>
                <a:lnTo>
                  <a:pt x="855703" y="421967"/>
                </a:lnTo>
                <a:lnTo>
                  <a:pt x="864469" y="376698"/>
                </a:lnTo>
                <a:lnTo>
                  <a:pt x="871358" y="330787"/>
                </a:lnTo>
                <a:lnTo>
                  <a:pt x="876330" y="284275"/>
                </a:lnTo>
                <a:lnTo>
                  <a:pt x="879343" y="237205"/>
                </a:lnTo>
                <a:lnTo>
                  <a:pt x="880356" y="189617"/>
                </a:lnTo>
                <a:lnTo>
                  <a:pt x="879343" y="142029"/>
                </a:lnTo>
                <a:lnTo>
                  <a:pt x="876330" y="94959"/>
                </a:lnTo>
                <a:lnTo>
                  <a:pt x="871358" y="48448"/>
                </a:lnTo>
                <a:lnTo>
                  <a:pt x="864469" y="2537"/>
                </a:lnTo>
                <a:lnTo>
                  <a:pt x="863977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9350" y="574479"/>
            <a:ext cx="7315201" cy="65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solidFill>
                  <a:srgbClr val="62C09E"/>
                </a:solidFill>
              </a:rPr>
              <a:t>Problem Statement</a:t>
            </a:r>
            <a:endParaRPr lang="en-US" sz="2800" b="1" dirty="0">
              <a:solidFill>
                <a:srgbClr val="62C09E"/>
              </a:solidFill>
            </a:endParaRPr>
          </a:p>
        </p:txBody>
      </p:sp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389161685"/>
              </p:ext>
            </p:extLst>
          </p:nvPr>
        </p:nvGraphicFramePr>
        <p:xfrm>
          <a:off x="1073150" y="1265555"/>
          <a:ext cx="8196328" cy="4669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150" y="492125"/>
            <a:ext cx="3100753" cy="593829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0" y="6401566"/>
            <a:ext cx="1371526" cy="57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880744" cy="1265555"/>
          </a:xfrm>
          <a:custGeom>
            <a:avLst/>
            <a:gdLst/>
            <a:ahLst/>
            <a:cxnLst/>
            <a:rect l="l" t="t" r="r" b="b"/>
            <a:pathLst>
              <a:path w="880744" h="1265555">
                <a:moveTo>
                  <a:pt x="863977" y="0"/>
                </a:moveTo>
                <a:lnTo>
                  <a:pt x="0" y="0"/>
                </a:lnTo>
                <a:lnTo>
                  <a:pt x="0" y="1265051"/>
                </a:lnTo>
                <a:lnTo>
                  <a:pt x="60238" y="1251420"/>
                </a:lnTo>
                <a:lnTo>
                  <a:pt x="104101" y="1239025"/>
                </a:lnTo>
                <a:lnTo>
                  <a:pt x="147200" y="1224878"/>
                </a:lnTo>
                <a:lnTo>
                  <a:pt x="189493" y="1209020"/>
                </a:lnTo>
                <a:lnTo>
                  <a:pt x="230938" y="1191491"/>
                </a:lnTo>
                <a:lnTo>
                  <a:pt x="271496" y="1172332"/>
                </a:lnTo>
                <a:lnTo>
                  <a:pt x="311124" y="1151586"/>
                </a:lnTo>
                <a:lnTo>
                  <a:pt x="349781" y="1129293"/>
                </a:lnTo>
                <a:lnTo>
                  <a:pt x="387426" y="1105494"/>
                </a:lnTo>
                <a:lnTo>
                  <a:pt x="424019" y="1080230"/>
                </a:lnTo>
                <a:lnTo>
                  <a:pt x="459517" y="1053543"/>
                </a:lnTo>
                <a:lnTo>
                  <a:pt x="493880" y="1025474"/>
                </a:lnTo>
                <a:lnTo>
                  <a:pt x="527067" y="996063"/>
                </a:lnTo>
                <a:lnTo>
                  <a:pt x="559036" y="965353"/>
                </a:lnTo>
                <a:lnTo>
                  <a:pt x="589746" y="933384"/>
                </a:lnTo>
                <a:lnTo>
                  <a:pt x="619157" y="900197"/>
                </a:lnTo>
                <a:lnTo>
                  <a:pt x="647226" y="865834"/>
                </a:lnTo>
                <a:lnTo>
                  <a:pt x="673913" y="830336"/>
                </a:lnTo>
                <a:lnTo>
                  <a:pt x="699177" y="793743"/>
                </a:lnTo>
                <a:lnTo>
                  <a:pt x="722976" y="756098"/>
                </a:lnTo>
                <a:lnTo>
                  <a:pt x="745269" y="717441"/>
                </a:lnTo>
                <a:lnTo>
                  <a:pt x="766015" y="677813"/>
                </a:lnTo>
                <a:lnTo>
                  <a:pt x="785174" y="637255"/>
                </a:lnTo>
                <a:lnTo>
                  <a:pt x="802703" y="595810"/>
                </a:lnTo>
                <a:lnTo>
                  <a:pt x="818561" y="553517"/>
                </a:lnTo>
                <a:lnTo>
                  <a:pt x="832708" y="510418"/>
                </a:lnTo>
                <a:lnTo>
                  <a:pt x="845103" y="466555"/>
                </a:lnTo>
                <a:lnTo>
                  <a:pt x="855703" y="421967"/>
                </a:lnTo>
                <a:lnTo>
                  <a:pt x="864469" y="376698"/>
                </a:lnTo>
                <a:lnTo>
                  <a:pt x="871358" y="330787"/>
                </a:lnTo>
                <a:lnTo>
                  <a:pt x="876330" y="284275"/>
                </a:lnTo>
                <a:lnTo>
                  <a:pt x="879343" y="237205"/>
                </a:lnTo>
                <a:lnTo>
                  <a:pt x="880356" y="189617"/>
                </a:lnTo>
                <a:lnTo>
                  <a:pt x="879343" y="142029"/>
                </a:lnTo>
                <a:lnTo>
                  <a:pt x="876330" y="94959"/>
                </a:lnTo>
                <a:lnTo>
                  <a:pt x="871358" y="48448"/>
                </a:lnTo>
                <a:lnTo>
                  <a:pt x="864469" y="2537"/>
                </a:lnTo>
                <a:lnTo>
                  <a:pt x="863977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350" y="720860"/>
            <a:ext cx="7315201" cy="65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solidFill>
                  <a:srgbClr val="62C09E"/>
                </a:solidFill>
              </a:rPr>
              <a:t>System Architecture</a:t>
            </a:r>
            <a:endParaRPr lang="en-US" sz="2800" b="1" dirty="0">
              <a:solidFill>
                <a:srgbClr val="62C09E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0" y="6401566"/>
            <a:ext cx="1371526" cy="57708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017958246"/>
              </p:ext>
            </p:extLst>
          </p:nvPr>
        </p:nvGraphicFramePr>
        <p:xfrm>
          <a:off x="6864350" y="609772"/>
          <a:ext cx="572135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454150" y="1635125"/>
            <a:ext cx="5943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User Request: </a:t>
            </a:r>
            <a:r>
              <a:rPr lang="en-US" dirty="0" smtClean="0"/>
              <a:t>User submits a service request via the app or web.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Admin Review: </a:t>
            </a:r>
            <a:r>
              <a:rPr lang="en-US" dirty="0" smtClean="0"/>
              <a:t>Request is sent to the relevant department admin as well District Officer.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Assignment: </a:t>
            </a:r>
            <a:r>
              <a:rPr lang="en-US" dirty="0" smtClean="0"/>
              <a:t>Admin assigns the request to an employee.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Employee Review: </a:t>
            </a:r>
            <a:r>
              <a:rPr lang="en-US" dirty="0" smtClean="0"/>
              <a:t>Employee reviews, validates data, and documents. </a:t>
            </a:r>
            <a:r>
              <a:rPr lang="en-US" dirty="0"/>
              <a:t>U</a:t>
            </a:r>
            <a:r>
              <a:rPr lang="en-US" dirty="0" smtClean="0"/>
              <a:t>ser pays at the office to employee.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Service Delivery: </a:t>
            </a:r>
            <a:r>
              <a:rPr lang="en-US" dirty="0" smtClean="0"/>
              <a:t>Service is processed and delivered digitally or physically.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6" y="0"/>
                </a:moveTo>
                <a:lnTo>
                  <a:pt x="0" y="0"/>
                </a:lnTo>
                <a:lnTo>
                  <a:pt x="0" y="1265396"/>
                </a:lnTo>
                <a:lnTo>
                  <a:pt x="62027" y="1251419"/>
                </a:lnTo>
                <a:lnTo>
                  <a:pt x="105890" y="1239025"/>
                </a:lnTo>
                <a:lnTo>
                  <a:pt x="148989" y="1224878"/>
                </a:lnTo>
                <a:lnTo>
                  <a:pt x="191282" y="1209019"/>
                </a:lnTo>
                <a:lnTo>
                  <a:pt x="232727" y="1191490"/>
                </a:lnTo>
                <a:lnTo>
                  <a:pt x="273285" y="1172332"/>
                </a:lnTo>
                <a:lnTo>
                  <a:pt x="312913" y="1151585"/>
                </a:lnTo>
                <a:lnTo>
                  <a:pt x="351570" y="1129292"/>
                </a:lnTo>
                <a:lnTo>
                  <a:pt x="389215" y="1105493"/>
                </a:lnTo>
                <a:lnTo>
                  <a:pt x="425808" y="1080229"/>
                </a:lnTo>
                <a:lnTo>
                  <a:pt x="461306" y="1053542"/>
                </a:lnTo>
                <a:lnTo>
                  <a:pt x="495669" y="1025473"/>
                </a:lnTo>
                <a:lnTo>
                  <a:pt x="528856" y="996063"/>
                </a:lnTo>
                <a:lnTo>
                  <a:pt x="560825" y="965352"/>
                </a:lnTo>
                <a:lnTo>
                  <a:pt x="591535" y="933383"/>
                </a:lnTo>
                <a:lnTo>
                  <a:pt x="620946" y="900197"/>
                </a:lnTo>
                <a:lnTo>
                  <a:pt x="649015" y="865834"/>
                </a:lnTo>
                <a:lnTo>
                  <a:pt x="675702" y="830335"/>
                </a:lnTo>
                <a:lnTo>
                  <a:pt x="700966" y="793743"/>
                </a:lnTo>
                <a:lnTo>
                  <a:pt x="724765" y="756097"/>
                </a:lnTo>
                <a:lnTo>
                  <a:pt x="747058" y="717440"/>
                </a:lnTo>
                <a:lnTo>
                  <a:pt x="767804" y="677812"/>
                </a:lnTo>
                <a:lnTo>
                  <a:pt x="786963" y="637255"/>
                </a:lnTo>
                <a:lnTo>
                  <a:pt x="804492" y="595809"/>
                </a:lnTo>
                <a:lnTo>
                  <a:pt x="820350" y="553516"/>
                </a:lnTo>
                <a:lnTo>
                  <a:pt x="834497" y="510417"/>
                </a:lnTo>
                <a:lnTo>
                  <a:pt x="846892" y="466554"/>
                </a:lnTo>
                <a:lnTo>
                  <a:pt x="857492" y="421967"/>
                </a:lnTo>
                <a:lnTo>
                  <a:pt x="866258" y="376697"/>
                </a:lnTo>
                <a:lnTo>
                  <a:pt x="873147" y="330786"/>
                </a:lnTo>
                <a:lnTo>
                  <a:pt x="878119" y="284275"/>
                </a:lnTo>
                <a:lnTo>
                  <a:pt x="881132" y="237205"/>
                </a:lnTo>
                <a:lnTo>
                  <a:pt x="882145" y="189617"/>
                </a:lnTo>
                <a:lnTo>
                  <a:pt x="881132" y="142028"/>
                </a:lnTo>
                <a:lnTo>
                  <a:pt x="878119" y="94958"/>
                </a:lnTo>
                <a:lnTo>
                  <a:pt x="873147" y="48447"/>
                </a:lnTo>
                <a:lnTo>
                  <a:pt x="866258" y="2536"/>
                </a:lnTo>
                <a:lnTo>
                  <a:pt x="86576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650" y="796925"/>
            <a:ext cx="5593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Services Covered</a:t>
            </a:r>
            <a:endParaRPr lang="en-US" sz="2800" dirty="0">
              <a:solidFill>
                <a:srgbClr val="62C09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482" y="1887344"/>
            <a:ext cx="6311900" cy="144655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 the Service of each department is covered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Like For UC Services.</a:t>
            </a: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</a:p>
          <a:p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36730926"/>
              </p:ext>
            </p:extLst>
          </p:nvPr>
        </p:nvGraphicFramePr>
        <p:xfrm>
          <a:off x="1454150" y="3387725"/>
          <a:ext cx="6616700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550" y="187325"/>
            <a:ext cx="3124570" cy="6283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749925"/>
            <a:ext cx="772387" cy="457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9794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6" y="0"/>
                </a:moveTo>
                <a:lnTo>
                  <a:pt x="0" y="0"/>
                </a:lnTo>
                <a:lnTo>
                  <a:pt x="0" y="1265396"/>
                </a:lnTo>
                <a:lnTo>
                  <a:pt x="62027" y="1251419"/>
                </a:lnTo>
                <a:lnTo>
                  <a:pt x="105890" y="1239025"/>
                </a:lnTo>
                <a:lnTo>
                  <a:pt x="148989" y="1224878"/>
                </a:lnTo>
                <a:lnTo>
                  <a:pt x="191282" y="1209019"/>
                </a:lnTo>
                <a:lnTo>
                  <a:pt x="232727" y="1191490"/>
                </a:lnTo>
                <a:lnTo>
                  <a:pt x="273285" y="1172332"/>
                </a:lnTo>
                <a:lnTo>
                  <a:pt x="312913" y="1151585"/>
                </a:lnTo>
                <a:lnTo>
                  <a:pt x="351570" y="1129292"/>
                </a:lnTo>
                <a:lnTo>
                  <a:pt x="389215" y="1105493"/>
                </a:lnTo>
                <a:lnTo>
                  <a:pt x="425808" y="1080230"/>
                </a:lnTo>
                <a:lnTo>
                  <a:pt x="461306" y="1053543"/>
                </a:lnTo>
                <a:lnTo>
                  <a:pt x="495669" y="1025473"/>
                </a:lnTo>
                <a:lnTo>
                  <a:pt x="528856" y="996063"/>
                </a:lnTo>
                <a:lnTo>
                  <a:pt x="560825" y="965353"/>
                </a:lnTo>
                <a:lnTo>
                  <a:pt x="591535" y="933383"/>
                </a:lnTo>
                <a:lnTo>
                  <a:pt x="620946" y="900197"/>
                </a:lnTo>
                <a:lnTo>
                  <a:pt x="649015" y="865834"/>
                </a:lnTo>
                <a:lnTo>
                  <a:pt x="675702" y="830335"/>
                </a:lnTo>
                <a:lnTo>
                  <a:pt x="700966" y="793743"/>
                </a:lnTo>
                <a:lnTo>
                  <a:pt x="724765" y="756097"/>
                </a:lnTo>
                <a:lnTo>
                  <a:pt x="747058" y="717440"/>
                </a:lnTo>
                <a:lnTo>
                  <a:pt x="767804" y="677812"/>
                </a:lnTo>
                <a:lnTo>
                  <a:pt x="786963" y="637255"/>
                </a:lnTo>
                <a:lnTo>
                  <a:pt x="804492" y="595809"/>
                </a:lnTo>
                <a:lnTo>
                  <a:pt x="820350" y="553516"/>
                </a:lnTo>
                <a:lnTo>
                  <a:pt x="834497" y="510418"/>
                </a:lnTo>
                <a:lnTo>
                  <a:pt x="846892" y="466554"/>
                </a:lnTo>
                <a:lnTo>
                  <a:pt x="857492" y="421967"/>
                </a:lnTo>
                <a:lnTo>
                  <a:pt x="866258" y="376697"/>
                </a:lnTo>
                <a:lnTo>
                  <a:pt x="873147" y="330786"/>
                </a:lnTo>
                <a:lnTo>
                  <a:pt x="878119" y="284275"/>
                </a:lnTo>
                <a:lnTo>
                  <a:pt x="881132" y="237205"/>
                </a:lnTo>
                <a:lnTo>
                  <a:pt x="882145" y="189617"/>
                </a:lnTo>
                <a:lnTo>
                  <a:pt x="881132" y="142029"/>
                </a:lnTo>
                <a:lnTo>
                  <a:pt x="878119" y="94959"/>
                </a:lnTo>
                <a:lnTo>
                  <a:pt x="873147" y="48447"/>
                </a:lnTo>
                <a:lnTo>
                  <a:pt x="866258" y="2536"/>
                </a:lnTo>
                <a:lnTo>
                  <a:pt x="86576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8550" y="5216525"/>
            <a:ext cx="1436343" cy="121965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46986" y="943664"/>
            <a:ext cx="5593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Key Features of the Application</a:t>
            </a:r>
            <a:endParaRPr lang="en-US" sz="2800" dirty="0">
              <a:solidFill>
                <a:srgbClr val="62C09E"/>
              </a:solidFill>
            </a:endParaRPr>
          </a:p>
        </p:txBody>
      </p:sp>
      <p:graphicFrame>
        <p:nvGraphicFramePr>
          <p:cNvPr id="37" name="Diagram 36"/>
          <p:cNvGraphicFramePr/>
          <p:nvPr>
            <p:extLst>
              <p:ext uri="{D42A27DB-BD31-4B8C-83A1-F6EECF244321}">
                <p14:modId xmlns:p14="http://schemas.microsoft.com/office/powerpoint/2010/main" val="35376947"/>
              </p:ext>
            </p:extLst>
          </p:nvPr>
        </p:nvGraphicFramePr>
        <p:xfrm>
          <a:off x="1606550" y="2016125"/>
          <a:ext cx="7924800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object 14"/>
          <p:cNvSpPr/>
          <p:nvPr/>
        </p:nvSpPr>
        <p:spPr>
          <a:xfrm>
            <a:off x="2047628" y="2357481"/>
            <a:ext cx="577075" cy="494746"/>
          </a:xfrm>
          <a:custGeom>
            <a:avLst/>
            <a:gdLst/>
            <a:ahLst/>
            <a:cxnLst/>
            <a:rect l="l" t="t" r="r" b="b"/>
            <a:pathLst>
              <a:path w="1056640" h="1057910">
                <a:moveTo>
                  <a:pt x="528889" y="0"/>
                </a:moveTo>
                <a:lnTo>
                  <a:pt x="480783" y="2163"/>
                </a:lnTo>
                <a:lnTo>
                  <a:pt x="433880" y="8528"/>
                </a:lnTo>
                <a:lnTo>
                  <a:pt x="388368" y="18908"/>
                </a:lnTo>
                <a:lnTo>
                  <a:pt x="344434" y="33114"/>
                </a:lnTo>
                <a:lnTo>
                  <a:pt x="302265" y="50960"/>
                </a:lnTo>
                <a:lnTo>
                  <a:pt x="262049" y="72259"/>
                </a:lnTo>
                <a:lnTo>
                  <a:pt x="223973" y="96822"/>
                </a:lnTo>
                <a:lnTo>
                  <a:pt x="188226" y="124462"/>
                </a:lnTo>
                <a:lnTo>
                  <a:pt x="154993" y="154993"/>
                </a:lnTo>
                <a:lnTo>
                  <a:pt x="124462" y="188226"/>
                </a:lnTo>
                <a:lnTo>
                  <a:pt x="96822" y="223973"/>
                </a:lnTo>
                <a:lnTo>
                  <a:pt x="72259" y="262049"/>
                </a:lnTo>
                <a:lnTo>
                  <a:pt x="50960" y="302265"/>
                </a:lnTo>
                <a:lnTo>
                  <a:pt x="33114" y="344434"/>
                </a:lnTo>
                <a:lnTo>
                  <a:pt x="18908" y="388368"/>
                </a:lnTo>
                <a:lnTo>
                  <a:pt x="8528" y="433880"/>
                </a:lnTo>
                <a:lnTo>
                  <a:pt x="2163" y="480783"/>
                </a:lnTo>
                <a:lnTo>
                  <a:pt x="0" y="528889"/>
                </a:lnTo>
                <a:lnTo>
                  <a:pt x="2163" y="576995"/>
                </a:lnTo>
                <a:lnTo>
                  <a:pt x="8528" y="623898"/>
                </a:lnTo>
                <a:lnTo>
                  <a:pt x="18908" y="669411"/>
                </a:lnTo>
                <a:lnTo>
                  <a:pt x="33114" y="713345"/>
                </a:lnTo>
                <a:lnTo>
                  <a:pt x="50960" y="755514"/>
                </a:lnTo>
                <a:lnTo>
                  <a:pt x="72259" y="795730"/>
                </a:lnTo>
                <a:lnTo>
                  <a:pt x="96822" y="833805"/>
                </a:lnTo>
                <a:lnTo>
                  <a:pt x="124462" y="869553"/>
                </a:lnTo>
                <a:lnTo>
                  <a:pt x="154993" y="902786"/>
                </a:lnTo>
                <a:lnTo>
                  <a:pt x="188226" y="933316"/>
                </a:lnTo>
                <a:lnTo>
                  <a:pt x="223973" y="960957"/>
                </a:lnTo>
                <a:lnTo>
                  <a:pt x="262049" y="985520"/>
                </a:lnTo>
                <a:lnTo>
                  <a:pt x="302265" y="1006818"/>
                </a:lnTo>
                <a:lnTo>
                  <a:pt x="344434" y="1024664"/>
                </a:lnTo>
                <a:lnTo>
                  <a:pt x="388368" y="1038871"/>
                </a:lnTo>
                <a:lnTo>
                  <a:pt x="433880" y="1049251"/>
                </a:lnTo>
                <a:lnTo>
                  <a:pt x="480783" y="1055616"/>
                </a:lnTo>
                <a:lnTo>
                  <a:pt x="528889" y="1057779"/>
                </a:lnTo>
                <a:lnTo>
                  <a:pt x="577805" y="1055548"/>
                </a:lnTo>
                <a:lnTo>
                  <a:pt x="625468" y="1048986"/>
                </a:lnTo>
                <a:lnTo>
                  <a:pt x="671684" y="1038289"/>
                </a:lnTo>
                <a:lnTo>
                  <a:pt x="716255" y="1023653"/>
                </a:lnTo>
                <a:lnTo>
                  <a:pt x="758984" y="1005273"/>
                </a:lnTo>
                <a:lnTo>
                  <a:pt x="799675" y="983347"/>
                </a:lnTo>
                <a:lnTo>
                  <a:pt x="838130" y="958069"/>
                </a:lnTo>
                <a:lnTo>
                  <a:pt x="874153" y="929636"/>
                </a:lnTo>
                <a:lnTo>
                  <a:pt x="907547" y="898244"/>
                </a:lnTo>
                <a:lnTo>
                  <a:pt x="938114" y="864090"/>
                </a:lnTo>
                <a:lnTo>
                  <a:pt x="965659" y="827367"/>
                </a:lnTo>
                <a:lnTo>
                  <a:pt x="989985" y="788274"/>
                </a:lnTo>
                <a:lnTo>
                  <a:pt x="1010894" y="747006"/>
                </a:lnTo>
                <a:lnTo>
                  <a:pt x="1028189" y="703759"/>
                </a:lnTo>
                <a:lnTo>
                  <a:pt x="1041675" y="658729"/>
                </a:lnTo>
                <a:lnTo>
                  <a:pt x="1051153" y="612111"/>
                </a:lnTo>
                <a:lnTo>
                  <a:pt x="1056428" y="564103"/>
                </a:lnTo>
                <a:lnTo>
                  <a:pt x="780808" y="564103"/>
                </a:lnTo>
                <a:lnTo>
                  <a:pt x="780808" y="563427"/>
                </a:lnTo>
                <a:lnTo>
                  <a:pt x="780808" y="493676"/>
                </a:lnTo>
                <a:lnTo>
                  <a:pt x="1056428" y="493676"/>
                </a:lnTo>
                <a:lnTo>
                  <a:pt x="1051153" y="445667"/>
                </a:lnTo>
                <a:lnTo>
                  <a:pt x="1041675" y="399050"/>
                </a:lnTo>
                <a:lnTo>
                  <a:pt x="1028189" y="354020"/>
                </a:lnTo>
                <a:lnTo>
                  <a:pt x="1010894" y="310773"/>
                </a:lnTo>
                <a:lnTo>
                  <a:pt x="989985" y="269504"/>
                </a:lnTo>
                <a:lnTo>
                  <a:pt x="965659" y="230411"/>
                </a:lnTo>
                <a:lnTo>
                  <a:pt x="938114" y="193689"/>
                </a:lnTo>
                <a:lnTo>
                  <a:pt x="907547" y="159534"/>
                </a:lnTo>
                <a:lnTo>
                  <a:pt x="874153" y="128142"/>
                </a:lnTo>
                <a:lnTo>
                  <a:pt x="838130" y="99710"/>
                </a:lnTo>
                <a:lnTo>
                  <a:pt x="799675" y="74432"/>
                </a:lnTo>
                <a:lnTo>
                  <a:pt x="758984" y="52505"/>
                </a:lnTo>
                <a:lnTo>
                  <a:pt x="716255" y="34126"/>
                </a:lnTo>
                <a:lnTo>
                  <a:pt x="671684" y="19490"/>
                </a:lnTo>
                <a:lnTo>
                  <a:pt x="625468" y="8792"/>
                </a:lnTo>
                <a:lnTo>
                  <a:pt x="577805" y="2230"/>
                </a:lnTo>
                <a:lnTo>
                  <a:pt x="528889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grpSp>
        <p:nvGrpSpPr>
          <p:cNvPr id="15" name="object 15"/>
          <p:cNvGrpSpPr/>
          <p:nvPr/>
        </p:nvGrpSpPr>
        <p:grpSpPr>
          <a:xfrm>
            <a:off x="1942026" y="2324323"/>
            <a:ext cx="733013" cy="629504"/>
            <a:chOff x="7568384" y="3493854"/>
            <a:chExt cx="1436370" cy="1219835"/>
          </a:xfrm>
        </p:grpSpPr>
        <p:sp>
          <p:nvSpPr>
            <p:cNvPr id="16" name="object 16"/>
            <p:cNvSpPr/>
            <p:nvPr/>
          </p:nvSpPr>
          <p:spPr>
            <a:xfrm>
              <a:off x="7568374" y="3493862"/>
              <a:ext cx="1436370" cy="1219835"/>
            </a:xfrm>
            <a:custGeom>
              <a:avLst/>
              <a:gdLst/>
              <a:ahLst/>
              <a:cxnLst/>
              <a:rect l="l" t="t" r="r" b="b"/>
              <a:pathLst>
                <a:path w="1436370" h="1219835">
                  <a:moveTo>
                    <a:pt x="1436344" y="553948"/>
                  </a:moveTo>
                  <a:lnTo>
                    <a:pt x="1405089" y="515277"/>
                  </a:lnTo>
                  <a:lnTo>
                    <a:pt x="1389621" y="512635"/>
                  </a:lnTo>
                  <a:lnTo>
                    <a:pt x="1016482" y="512635"/>
                  </a:lnTo>
                  <a:lnTo>
                    <a:pt x="1016482" y="582383"/>
                  </a:lnTo>
                  <a:lnTo>
                    <a:pt x="1365910" y="582383"/>
                  </a:lnTo>
                  <a:lnTo>
                    <a:pt x="1361452" y="629310"/>
                  </a:lnTo>
                  <a:lnTo>
                    <a:pt x="1353464" y="675119"/>
                  </a:lnTo>
                  <a:lnTo>
                    <a:pt x="1342072" y="719683"/>
                  </a:lnTo>
                  <a:lnTo>
                    <a:pt x="1327429" y="762850"/>
                  </a:lnTo>
                  <a:lnTo>
                    <a:pt x="1309662" y="804468"/>
                  </a:lnTo>
                  <a:lnTo>
                    <a:pt x="1288923" y="844435"/>
                  </a:lnTo>
                  <a:lnTo>
                    <a:pt x="1265351" y="882573"/>
                  </a:lnTo>
                  <a:lnTo>
                    <a:pt x="1239075" y="918768"/>
                  </a:lnTo>
                  <a:lnTo>
                    <a:pt x="1210246" y="952855"/>
                  </a:lnTo>
                  <a:lnTo>
                    <a:pt x="1179004" y="984719"/>
                  </a:lnTo>
                  <a:lnTo>
                    <a:pt x="1145489" y="1014222"/>
                  </a:lnTo>
                  <a:lnTo>
                    <a:pt x="1109840" y="1041196"/>
                  </a:lnTo>
                  <a:lnTo>
                    <a:pt x="1072184" y="1065530"/>
                  </a:lnTo>
                  <a:lnTo>
                    <a:pt x="1032687" y="1087069"/>
                  </a:lnTo>
                  <a:lnTo>
                    <a:pt x="991463" y="1105674"/>
                  </a:lnTo>
                  <a:lnTo>
                    <a:pt x="948677" y="1121219"/>
                  </a:lnTo>
                  <a:lnTo>
                    <a:pt x="904443" y="1133551"/>
                  </a:lnTo>
                  <a:lnTo>
                    <a:pt x="858926" y="1142530"/>
                  </a:lnTo>
                  <a:lnTo>
                    <a:pt x="812253" y="1148016"/>
                  </a:lnTo>
                  <a:lnTo>
                    <a:pt x="764565" y="1149883"/>
                  </a:lnTo>
                  <a:lnTo>
                    <a:pt x="717423" y="1148067"/>
                  </a:lnTo>
                  <a:lnTo>
                    <a:pt x="671283" y="1142707"/>
                  </a:lnTo>
                  <a:lnTo>
                    <a:pt x="626262" y="1133944"/>
                  </a:lnTo>
                  <a:lnTo>
                    <a:pt x="582523" y="1121905"/>
                  </a:lnTo>
                  <a:lnTo>
                    <a:pt x="540181" y="1106728"/>
                  </a:lnTo>
                  <a:lnTo>
                    <a:pt x="499364" y="1088555"/>
                  </a:lnTo>
                  <a:lnTo>
                    <a:pt x="460222" y="1067511"/>
                  </a:lnTo>
                  <a:lnTo>
                    <a:pt x="422884" y="1043736"/>
                  </a:lnTo>
                  <a:lnTo>
                    <a:pt x="387464" y="1017358"/>
                  </a:lnTo>
                  <a:lnTo>
                    <a:pt x="354126" y="988517"/>
                  </a:lnTo>
                  <a:lnTo>
                    <a:pt x="322973" y="957351"/>
                  </a:lnTo>
                  <a:lnTo>
                    <a:pt x="294170" y="923975"/>
                  </a:lnTo>
                  <a:lnTo>
                    <a:pt x="267817" y="888555"/>
                  </a:lnTo>
                  <a:lnTo>
                    <a:pt x="244081" y="851204"/>
                  </a:lnTo>
                  <a:lnTo>
                    <a:pt x="223062" y="812063"/>
                  </a:lnTo>
                  <a:lnTo>
                    <a:pt x="204914" y="771271"/>
                  </a:lnTo>
                  <a:lnTo>
                    <a:pt x="189776" y="728954"/>
                  </a:lnTo>
                  <a:lnTo>
                    <a:pt x="177761" y="685253"/>
                  </a:lnTo>
                  <a:lnTo>
                    <a:pt x="169011" y="640295"/>
                  </a:lnTo>
                  <a:lnTo>
                    <a:pt x="163677" y="594233"/>
                  </a:lnTo>
                  <a:lnTo>
                    <a:pt x="161861" y="547166"/>
                  </a:lnTo>
                  <a:lnTo>
                    <a:pt x="161861" y="126631"/>
                  </a:lnTo>
                  <a:lnTo>
                    <a:pt x="252590" y="126631"/>
                  </a:lnTo>
                  <a:lnTo>
                    <a:pt x="125958" y="0"/>
                  </a:lnTo>
                  <a:lnTo>
                    <a:pt x="0" y="126631"/>
                  </a:lnTo>
                  <a:lnTo>
                    <a:pt x="91427" y="126631"/>
                  </a:lnTo>
                  <a:lnTo>
                    <a:pt x="91427" y="547166"/>
                  </a:lnTo>
                  <a:lnTo>
                    <a:pt x="93116" y="595160"/>
                  </a:lnTo>
                  <a:lnTo>
                    <a:pt x="98094" y="642251"/>
                  </a:lnTo>
                  <a:lnTo>
                    <a:pt x="106260" y="688314"/>
                  </a:lnTo>
                  <a:lnTo>
                    <a:pt x="117500" y="733247"/>
                  </a:lnTo>
                  <a:lnTo>
                    <a:pt x="131699" y="776922"/>
                  </a:lnTo>
                  <a:lnTo>
                    <a:pt x="148742" y="819251"/>
                  </a:lnTo>
                  <a:lnTo>
                    <a:pt x="168503" y="860094"/>
                  </a:lnTo>
                  <a:lnTo>
                    <a:pt x="190893" y="899350"/>
                  </a:lnTo>
                  <a:lnTo>
                    <a:pt x="215785" y="936904"/>
                  </a:lnTo>
                  <a:lnTo>
                    <a:pt x="243078" y="972629"/>
                  </a:lnTo>
                  <a:lnTo>
                    <a:pt x="272643" y="1006424"/>
                  </a:lnTo>
                  <a:lnTo>
                    <a:pt x="304368" y="1038174"/>
                  </a:lnTo>
                  <a:lnTo>
                    <a:pt x="338150" y="1067765"/>
                  </a:lnTo>
                  <a:lnTo>
                    <a:pt x="373862" y="1095082"/>
                  </a:lnTo>
                  <a:lnTo>
                    <a:pt x="411403" y="1120000"/>
                  </a:lnTo>
                  <a:lnTo>
                    <a:pt x="450659" y="1142415"/>
                  </a:lnTo>
                  <a:lnTo>
                    <a:pt x="491515" y="1162215"/>
                  </a:lnTo>
                  <a:lnTo>
                    <a:pt x="533857" y="1179283"/>
                  </a:lnTo>
                  <a:lnTo>
                    <a:pt x="577570" y="1193507"/>
                  </a:lnTo>
                  <a:lnTo>
                    <a:pt x="622541" y="1204760"/>
                  </a:lnTo>
                  <a:lnTo>
                    <a:pt x="668667" y="1212938"/>
                  </a:lnTo>
                  <a:lnTo>
                    <a:pt x="715810" y="1217942"/>
                  </a:lnTo>
                  <a:lnTo>
                    <a:pt x="763879" y="1219631"/>
                  </a:lnTo>
                  <a:lnTo>
                    <a:pt x="812495" y="1217891"/>
                  </a:lnTo>
                  <a:lnTo>
                    <a:pt x="860171" y="1212786"/>
                  </a:lnTo>
                  <a:lnTo>
                    <a:pt x="906792" y="1204404"/>
                  </a:lnTo>
                  <a:lnTo>
                    <a:pt x="952246" y="1192885"/>
                  </a:lnTo>
                  <a:lnTo>
                    <a:pt x="996416" y="1178331"/>
                  </a:lnTo>
                  <a:lnTo>
                    <a:pt x="1039177" y="1160856"/>
                  </a:lnTo>
                  <a:lnTo>
                    <a:pt x="1080414" y="1140599"/>
                  </a:lnTo>
                  <a:lnTo>
                    <a:pt x="1120013" y="1117663"/>
                  </a:lnTo>
                  <a:lnTo>
                    <a:pt x="1157846" y="1092174"/>
                  </a:lnTo>
                  <a:lnTo>
                    <a:pt x="1193800" y="1064247"/>
                  </a:lnTo>
                  <a:lnTo>
                    <a:pt x="1227759" y="1033995"/>
                  </a:lnTo>
                  <a:lnTo>
                    <a:pt x="1259611" y="1001534"/>
                  </a:lnTo>
                  <a:lnTo>
                    <a:pt x="1289215" y="966990"/>
                  </a:lnTo>
                  <a:lnTo>
                    <a:pt x="1316482" y="930478"/>
                  </a:lnTo>
                  <a:lnTo>
                    <a:pt x="1341259" y="892124"/>
                  </a:lnTo>
                  <a:lnTo>
                    <a:pt x="1363459" y="852030"/>
                  </a:lnTo>
                  <a:lnTo>
                    <a:pt x="1382953" y="810323"/>
                  </a:lnTo>
                  <a:lnTo>
                    <a:pt x="1399616" y="767118"/>
                  </a:lnTo>
                  <a:lnTo>
                    <a:pt x="1413344" y="722541"/>
                  </a:lnTo>
                  <a:lnTo>
                    <a:pt x="1424000" y="676706"/>
                  </a:lnTo>
                  <a:lnTo>
                    <a:pt x="1431480" y="629716"/>
                  </a:lnTo>
                  <a:lnTo>
                    <a:pt x="1435671" y="581710"/>
                  </a:lnTo>
                  <a:lnTo>
                    <a:pt x="1436344" y="573582"/>
                  </a:lnTo>
                  <a:lnTo>
                    <a:pt x="1436344" y="553948"/>
                  </a:lnTo>
                  <a:close/>
                </a:path>
              </a:pathLst>
            </a:custGeom>
            <a:solidFill>
              <a:srgbClr val="62C09E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8099272" y="3771078"/>
              <a:ext cx="461645" cy="532765"/>
            </a:xfrm>
            <a:custGeom>
              <a:avLst/>
              <a:gdLst/>
              <a:ahLst/>
              <a:cxnLst/>
              <a:rect l="l" t="t" r="r" b="b"/>
              <a:pathLst>
                <a:path w="461645" h="532764">
                  <a:moveTo>
                    <a:pt x="133108" y="0"/>
                  </a:moveTo>
                  <a:lnTo>
                    <a:pt x="77520" y="0"/>
                  </a:lnTo>
                  <a:lnTo>
                    <a:pt x="75260" y="939"/>
                  </a:lnTo>
                  <a:lnTo>
                    <a:pt x="71932" y="4267"/>
                  </a:lnTo>
                  <a:lnTo>
                    <a:pt x="71005" y="6527"/>
                  </a:lnTo>
                  <a:lnTo>
                    <a:pt x="71005" y="62115"/>
                  </a:lnTo>
                  <a:lnTo>
                    <a:pt x="88747" y="62115"/>
                  </a:lnTo>
                  <a:lnTo>
                    <a:pt x="88747" y="17754"/>
                  </a:lnTo>
                  <a:lnTo>
                    <a:pt x="133108" y="17754"/>
                  </a:lnTo>
                  <a:lnTo>
                    <a:pt x="133108" y="0"/>
                  </a:lnTo>
                  <a:close/>
                </a:path>
                <a:path w="461645" h="532764">
                  <a:moveTo>
                    <a:pt x="257848" y="79870"/>
                  </a:moveTo>
                  <a:lnTo>
                    <a:pt x="256286" y="71920"/>
                  </a:lnTo>
                  <a:lnTo>
                    <a:pt x="256197" y="71513"/>
                  </a:lnTo>
                  <a:lnTo>
                    <a:pt x="256095" y="70993"/>
                  </a:lnTo>
                  <a:lnTo>
                    <a:pt x="239763" y="54521"/>
                  </a:lnTo>
                  <a:lnTo>
                    <a:pt x="239763" y="79870"/>
                  </a:lnTo>
                  <a:lnTo>
                    <a:pt x="239064" y="83337"/>
                  </a:lnTo>
                  <a:lnTo>
                    <a:pt x="238239" y="84899"/>
                  </a:lnTo>
                  <a:lnTo>
                    <a:pt x="235737" y="87388"/>
                  </a:lnTo>
                  <a:lnTo>
                    <a:pt x="234175" y="88226"/>
                  </a:lnTo>
                  <a:lnTo>
                    <a:pt x="230733" y="88900"/>
                  </a:lnTo>
                  <a:lnTo>
                    <a:pt x="228942" y="88734"/>
                  </a:lnTo>
                  <a:lnTo>
                    <a:pt x="225704" y="87388"/>
                  </a:lnTo>
                  <a:lnTo>
                    <a:pt x="224320" y="86245"/>
                  </a:lnTo>
                  <a:lnTo>
                    <a:pt x="222364" y="83337"/>
                  </a:lnTo>
                  <a:lnTo>
                    <a:pt x="221843" y="81610"/>
                  </a:lnTo>
                  <a:lnTo>
                    <a:pt x="221843" y="77508"/>
                  </a:lnTo>
                  <a:lnTo>
                    <a:pt x="222783" y="75247"/>
                  </a:lnTo>
                  <a:lnTo>
                    <a:pt x="226110" y="71920"/>
                  </a:lnTo>
                  <a:lnTo>
                    <a:pt x="228371" y="70993"/>
                  </a:lnTo>
                  <a:lnTo>
                    <a:pt x="232473" y="70993"/>
                  </a:lnTo>
                  <a:lnTo>
                    <a:pt x="239763" y="79870"/>
                  </a:lnTo>
                  <a:lnTo>
                    <a:pt x="239763" y="54521"/>
                  </a:lnTo>
                  <a:lnTo>
                    <a:pt x="230746" y="52730"/>
                  </a:lnTo>
                  <a:lnTo>
                    <a:pt x="225399" y="53251"/>
                  </a:lnTo>
                  <a:lnTo>
                    <a:pt x="215633" y="57315"/>
                  </a:lnTo>
                  <a:lnTo>
                    <a:pt x="211505" y="60693"/>
                  </a:lnTo>
                  <a:lnTo>
                    <a:pt x="205638" y="69507"/>
                  </a:lnTo>
                  <a:lnTo>
                    <a:pt x="204101" y="74599"/>
                  </a:lnTo>
                  <a:lnTo>
                    <a:pt x="204101" y="86918"/>
                  </a:lnTo>
                  <a:lnTo>
                    <a:pt x="206908" y="93687"/>
                  </a:lnTo>
                  <a:lnTo>
                    <a:pt x="216890" y="103670"/>
                  </a:lnTo>
                  <a:lnTo>
                    <a:pt x="223659" y="106476"/>
                  </a:lnTo>
                  <a:lnTo>
                    <a:pt x="235978" y="106476"/>
                  </a:lnTo>
                  <a:lnTo>
                    <a:pt x="257327" y="85178"/>
                  </a:lnTo>
                  <a:lnTo>
                    <a:pt x="257848" y="79870"/>
                  </a:lnTo>
                  <a:close/>
                </a:path>
                <a:path w="461645" h="532764">
                  <a:moveTo>
                    <a:pt x="390436" y="6527"/>
                  </a:moveTo>
                  <a:lnTo>
                    <a:pt x="389496" y="4267"/>
                  </a:lnTo>
                  <a:lnTo>
                    <a:pt x="386168" y="939"/>
                  </a:lnTo>
                  <a:lnTo>
                    <a:pt x="383921" y="0"/>
                  </a:lnTo>
                  <a:lnTo>
                    <a:pt x="381558" y="0"/>
                  </a:lnTo>
                  <a:lnTo>
                    <a:pt x="328320" y="0"/>
                  </a:lnTo>
                  <a:lnTo>
                    <a:pt x="328320" y="17754"/>
                  </a:lnTo>
                  <a:lnTo>
                    <a:pt x="372694" y="17754"/>
                  </a:lnTo>
                  <a:lnTo>
                    <a:pt x="372694" y="62115"/>
                  </a:lnTo>
                  <a:lnTo>
                    <a:pt x="390436" y="62115"/>
                  </a:lnTo>
                  <a:lnTo>
                    <a:pt x="390436" y="6527"/>
                  </a:lnTo>
                  <a:close/>
                </a:path>
                <a:path w="461645" h="532764">
                  <a:moveTo>
                    <a:pt x="461441" y="255549"/>
                  </a:moveTo>
                  <a:lnTo>
                    <a:pt x="460908" y="253809"/>
                  </a:lnTo>
                  <a:lnTo>
                    <a:pt x="458901" y="250863"/>
                  </a:lnTo>
                  <a:lnTo>
                    <a:pt x="457479" y="249732"/>
                  </a:lnTo>
                  <a:lnTo>
                    <a:pt x="428675" y="238226"/>
                  </a:lnTo>
                  <a:lnTo>
                    <a:pt x="428675" y="257327"/>
                  </a:lnTo>
                  <a:lnTo>
                    <a:pt x="230720" y="336473"/>
                  </a:lnTo>
                  <a:lnTo>
                    <a:pt x="167690" y="311277"/>
                  </a:lnTo>
                  <a:lnTo>
                    <a:pt x="32753" y="257327"/>
                  </a:lnTo>
                  <a:lnTo>
                    <a:pt x="119799" y="222542"/>
                  </a:lnTo>
                  <a:lnTo>
                    <a:pt x="229539" y="266420"/>
                  </a:lnTo>
                  <a:lnTo>
                    <a:pt x="231889" y="266420"/>
                  </a:lnTo>
                  <a:lnTo>
                    <a:pt x="278599" y="247738"/>
                  </a:lnTo>
                  <a:lnTo>
                    <a:pt x="341630" y="222542"/>
                  </a:lnTo>
                  <a:lnTo>
                    <a:pt x="428675" y="257327"/>
                  </a:lnTo>
                  <a:lnTo>
                    <a:pt x="428675" y="238226"/>
                  </a:lnTo>
                  <a:lnTo>
                    <a:pt x="389470" y="222542"/>
                  </a:lnTo>
                  <a:lnTo>
                    <a:pt x="365506" y="212966"/>
                  </a:lnTo>
                  <a:lnTo>
                    <a:pt x="457466" y="176199"/>
                  </a:lnTo>
                  <a:lnTo>
                    <a:pt x="458889" y="175056"/>
                  </a:lnTo>
                  <a:lnTo>
                    <a:pt x="460883" y="172110"/>
                  </a:lnTo>
                  <a:lnTo>
                    <a:pt x="461416" y="170370"/>
                  </a:lnTo>
                  <a:lnTo>
                    <a:pt x="461416" y="166814"/>
                  </a:lnTo>
                  <a:lnTo>
                    <a:pt x="460895" y="165087"/>
                  </a:lnTo>
                  <a:lnTo>
                    <a:pt x="458901" y="162140"/>
                  </a:lnTo>
                  <a:lnTo>
                    <a:pt x="457479" y="160997"/>
                  </a:lnTo>
                  <a:lnTo>
                    <a:pt x="437883" y="153162"/>
                  </a:lnTo>
                  <a:lnTo>
                    <a:pt x="428675" y="149479"/>
                  </a:lnTo>
                  <a:lnTo>
                    <a:pt x="428675" y="168592"/>
                  </a:lnTo>
                  <a:lnTo>
                    <a:pt x="230720" y="247738"/>
                  </a:lnTo>
                  <a:lnTo>
                    <a:pt x="167690" y="222542"/>
                  </a:lnTo>
                  <a:lnTo>
                    <a:pt x="32753" y="168592"/>
                  </a:lnTo>
                  <a:lnTo>
                    <a:pt x="71450" y="153162"/>
                  </a:lnTo>
                  <a:lnTo>
                    <a:pt x="71996" y="155092"/>
                  </a:lnTo>
                  <a:lnTo>
                    <a:pt x="73037" y="156667"/>
                  </a:lnTo>
                  <a:lnTo>
                    <a:pt x="76085" y="159029"/>
                  </a:lnTo>
                  <a:lnTo>
                    <a:pt x="78232" y="159791"/>
                  </a:lnTo>
                  <a:lnTo>
                    <a:pt x="133108" y="159791"/>
                  </a:lnTo>
                  <a:lnTo>
                    <a:pt x="133108" y="153162"/>
                  </a:lnTo>
                  <a:lnTo>
                    <a:pt x="133108" y="141973"/>
                  </a:lnTo>
                  <a:lnTo>
                    <a:pt x="99301" y="141973"/>
                  </a:lnTo>
                  <a:lnTo>
                    <a:pt x="136067" y="127330"/>
                  </a:lnTo>
                  <a:lnTo>
                    <a:pt x="152552" y="120764"/>
                  </a:lnTo>
                  <a:lnTo>
                    <a:pt x="195618" y="143738"/>
                  </a:lnTo>
                  <a:lnTo>
                    <a:pt x="230809" y="150583"/>
                  </a:lnTo>
                  <a:lnTo>
                    <a:pt x="242836" y="149809"/>
                  </a:lnTo>
                  <a:lnTo>
                    <a:pt x="286791" y="133045"/>
                  </a:lnTo>
                  <a:lnTo>
                    <a:pt x="309067" y="120764"/>
                  </a:lnTo>
                  <a:lnTo>
                    <a:pt x="362305" y="141973"/>
                  </a:lnTo>
                  <a:lnTo>
                    <a:pt x="328320" y="141973"/>
                  </a:lnTo>
                  <a:lnTo>
                    <a:pt x="328320" y="159791"/>
                  </a:lnTo>
                  <a:lnTo>
                    <a:pt x="383565" y="159791"/>
                  </a:lnTo>
                  <a:lnTo>
                    <a:pt x="385533" y="159181"/>
                  </a:lnTo>
                  <a:lnTo>
                    <a:pt x="388759" y="156794"/>
                  </a:lnTo>
                  <a:lnTo>
                    <a:pt x="389915" y="155092"/>
                  </a:lnTo>
                  <a:lnTo>
                    <a:pt x="390436" y="153162"/>
                  </a:lnTo>
                  <a:lnTo>
                    <a:pt x="428675" y="168592"/>
                  </a:lnTo>
                  <a:lnTo>
                    <a:pt x="428675" y="149479"/>
                  </a:lnTo>
                  <a:lnTo>
                    <a:pt x="390436" y="134162"/>
                  </a:lnTo>
                  <a:lnTo>
                    <a:pt x="390436" y="127063"/>
                  </a:lnTo>
                  <a:lnTo>
                    <a:pt x="390436" y="97612"/>
                  </a:lnTo>
                  <a:lnTo>
                    <a:pt x="372694" y="97612"/>
                  </a:lnTo>
                  <a:lnTo>
                    <a:pt x="372694" y="127063"/>
                  </a:lnTo>
                  <a:lnTo>
                    <a:pt x="357162" y="120764"/>
                  </a:lnTo>
                  <a:lnTo>
                    <a:pt x="329234" y="109448"/>
                  </a:lnTo>
                  <a:lnTo>
                    <a:pt x="328726" y="109448"/>
                  </a:lnTo>
                  <a:lnTo>
                    <a:pt x="331787" y="107721"/>
                  </a:lnTo>
                  <a:lnTo>
                    <a:pt x="369531" y="86550"/>
                  </a:lnTo>
                  <a:lnTo>
                    <a:pt x="372656" y="78028"/>
                  </a:lnTo>
                  <a:lnTo>
                    <a:pt x="372313" y="76758"/>
                  </a:lnTo>
                  <a:lnTo>
                    <a:pt x="372249" y="76492"/>
                  </a:lnTo>
                  <a:lnTo>
                    <a:pt x="370662" y="73774"/>
                  </a:lnTo>
                  <a:lnTo>
                    <a:pt x="369608" y="72732"/>
                  </a:lnTo>
                  <a:lnTo>
                    <a:pt x="346075" y="59601"/>
                  </a:lnTo>
                  <a:lnTo>
                    <a:pt x="346075" y="79870"/>
                  </a:lnTo>
                  <a:lnTo>
                    <a:pt x="296291" y="107721"/>
                  </a:lnTo>
                  <a:lnTo>
                    <a:pt x="298716" y="101003"/>
                  </a:lnTo>
                  <a:lnTo>
                    <a:pt x="300431" y="94081"/>
                  </a:lnTo>
                  <a:lnTo>
                    <a:pt x="301332" y="87693"/>
                  </a:lnTo>
                  <a:lnTo>
                    <a:pt x="301345" y="72732"/>
                  </a:lnTo>
                  <a:lnTo>
                    <a:pt x="300266" y="65697"/>
                  </a:lnTo>
                  <a:lnTo>
                    <a:pt x="298488" y="58788"/>
                  </a:lnTo>
                  <a:lnTo>
                    <a:pt x="296024" y="52095"/>
                  </a:lnTo>
                  <a:lnTo>
                    <a:pt x="346075" y="79870"/>
                  </a:lnTo>
                  <a:lnTo>
                    <a:pt x="346075" y="59601"/>
                  </a:lnTo>
                  <a:lnTo>
                    <a:pt x="332638" y="52095"/>
                  </a:lnTo>
                  <a:lnTo>
                    <a:pt x="286956" y="26631"/>
                  </a:lnTo>
                  <a:lnTo>
                    <a:pt x="283832" y="24892"/>
                  </a:lnTo>
                  <a:lnTo>
                    <a:pt x="283832" y="82981"/>
                  </a:lnTo>
                  <a:lnTo>
                    <a:pt x="282930" y="90246"/>
                  </a:lnTo>
                  <a:lnTo>
                    <a:pt x="262420" y="122643"/>
                  </a:lnTo>
                  <a:lnTo>
                    <a:pt x="233311" y="133045"/>
                  </a:lnTo>
                  <a:lnTo>
                    <a:pt x="225501" y="132842"/>
                  </a:lnTo>
                  <a:lnTo>
                    <a:pt x="196684" y="120764"/>
                  </a:lnTo>
                  <a:lnTo>
                    <a:pt x="191287" y="115633"/>
                  </a:lnTo>
                  <a:lnTo>
                    <a:pt x="186563" y="109588"/>
                  </a:lnTo>
                  <a:lnTo>
                    <a:pt x="186448" y="109448"/>
                  </a:lnTo>
                  <a:lnTo>
                    <a:pt x="185483" y="107721"/>
                  </a:lnTo>
                  <a:lnTo>
                    <a:pt x="182587" y="102603"/>
                  </a:lnTo>
                  <a:lnTo>
                    <a:pt x="179768" y="95313"/>
                  </a:lnTo>
                  <a:lnTo>
                    <a:pt x="178054" y="87693"/>
                  </a:lnTo>
                  <a:lnTo>
                    <a:pt x="177711" y="82981"/>
                  </a:lnTo>
                  <a:lnTo>
                    <a:pt x="177596" y="81432"/>
                  </a:lnTo>
                  <a:lnTo>
                    <a:pt x="177482" y="79870"/>
                  </a:lnTo>
                  <a:lnTo>
                    <a:pt x="178511" y="69430"/>
                  </a:lnTo>
                  <a:lnTo>
                    <a:pt x="181533" y="59486"/>
                  </a:lnTo>
                  <a:lnTo>
                    <a:pt x="185483" y="52095"/>
                  </a:lnTo>
                  <a:lnTo>
                    <a:pt x="186423" y="50330"/>
                  </a:lnTo>
                  <a:lnTo>
                    <a:pt x="220281" y="27660"/>
                  </a:lnTo>
                  <a:lnTo>
                    <a:pt x="230720" y="26631"/>
                  </a:lnTo>
                  <a:lnTo>
                    <a:pt x="238556" y="27203"/>
                  </a:lnTo>
                  <a:lnTo>
                    <a:pt x="271868" y="46088"/>
                  </a:lnTo>
                  <a:lnTo>
                    <a:pt x="283591" y="74041"/>
                  </a:lnTo>
                  <a:lnTo>
                    <a:pt x="283705" y="74650"/>
                  </a:lnTo>
                  <a:lnTo>
                    <a:pt x="283743" y="76492"/>
                  </a:lnTo>
                  <a:lnTo>
                    <a:pt x="283832" y="82981"/>
                  </a:lnTo>
                  <a:lnTo>
                    <a:pt x="283832" y="24892"/>
                  </a:lnTo>
                  <a:lnTo>
                    <a:pt x="242747" y="9613"/>
                  </a:lnTo>
                  <a:lnTo>
                    <a:pt x="230720" y="8839"/>
                  </a:lnTo>
                  <a:lnTo>
                    <a:pt x="218694" y="9613"/>
                  </a:lnTo>
                  <a:lnTo>
                    <a:pt x="206908" y="11912"/>
                  </a:lnTo>
                  <a:lnTo>
                    <a:pt x="195516" y="15709"/>
                  </a:lnTo>
                  <a:lnTo>
                    <a:pt x="184670" y="20942"/>
                  </a:lnTo>
                  <a:lnTo>
                    <a:pt x="165506" y="31686"/>
                  </a:lnTo>
                  <a:lnTo>
                    <a:pt x="165506" y="107721"/>
                  </a:lnTo>
                  <a:lnTo>
                    <a:pt x="115811" y="79870"/>
                  </a:lnTo>
                  <a:lnTo>
                    <a:pt x="165417" y="52095"/>
                  </a:lnTo>
                  <a:lnTo>
                    <a:pt x="162953" y="58788"/>
                  </a:lnTo>
                  <a:lnTo>
                    <a:pt x="161175" y="65697"/>
                  </a:lnTo>
                  <a:lnTo>
                    <a:pt x="160096" y="72732"/>
                  </a:lnTo>
                  <a:lnTo>
                    <a:pt x="160032" y="74041"/>
                  </a:lnTo>
                  <a:lnTo>
                    <a:pt x="159905" y="76492"/>
                  </a:lnTo>
                  <a:lnTo>
                    <a:pt x="165506" y="107721"/>
                  </a:lnTo>
                  <a:lnTo>
                    <a:pt x="165506" y="31686"/>
                  </a:lnTo>
                  <a:lnTo>
                    <a:pt x="91909" y="72923"/>
                  </a:lnTo>
                  <a:lnTo>
                    <a:pt x="88773" y="81432"/>
                  </a:lnTo>
                  <a:lnTo>
                    <a:pt x="89052" y="82461"/>
                  </a:lnTo>
                  <a:lnTo>
                    <a:pt x="89115" y="82715"/>
                  </a:lnTo>
                  <a:lnTo>
                    <a:pt x="89192" y="82981"/>
                  </a:lnTo>
                  <a:lnTo>
                    <a:pt x="90766" y="85686"/>
                  </a:lnTo>
                  <a:lnTo>
                    <a:pt x="91909" y="86804"/>
                  </a:lnTo>
                  <a:lnTo>
                    <a:pt x="132499" y="109588"/>
                  </a:lnTo>
                  <a:lnTo>
                    <a:pt x="88747" y="127330"/>
                  </a:lnTo>
                  <a:lnTo>
                    <a:pt x="88747" y="97612"/>
                  </a:lnTo>
                  <a:lnTo>
                    <a:pt x="71005" y="97612"/>
                  </a:lnTo>
                  <a:lnTo>
                    <a:pt x="71005" y="134162"/>
                  </a:lnTo>
                  <a:lnTo>
                    <a:pt x="3949" y="160997"/>
                  </a:lnTo>
                  <a:lnTo>
                    <a:pt x="2527" y="162140"/>
                  </a:lnTo>
                  <a:lnTo>
                    <a:pt x="533" y="165087"/>
                  </a:lnTo>
                  <a:lnTo>
                    <a:pt x="0" y="166814"/>
                  </a:lnTo>
                  <a:lnTo>
                    <a:pt x="0" y="170370"/>
                  </a:lnTo>
                  <a:lnTo>
                    <a:pt x="533" y="172110"/>
                  </a:lnTo>
                  <a:lnTo>
                    <a:pt x="2527" y="175056"/>
                  </a:lnTo>
                  <a:lnTo>
                    <a:pt x="3949" y="176199"/>
                  </a:lnTo>
                  <a:lnTo>
                    <a:pt x="95935" y="212966"/>
                  </a:lnTo>
                  <a:lnTo>
                    <a:pt x="3949" y="249732"/>
                  </a:lnTo>
                  <a:lnTo>
                    <a:pt x="2527" y="250863"/>
                  </a:lnTo>
                  <a:lnTo>
                    <a:pt x="533" y="253809"/>
                  </a:lnTo>
                  <a:lnTo>
                    <a:pt x="0" y="255549"/>
                  </a:lnTo>
                  <a:lnTo>
                    <a:pt x="0" y="259105"/>
                  </a:lnTo>
                  <a:lnTo>
                    <a:pt x="533" y="260845"/>
                  </a:lnTo>
                  <a:lnTo>
                    <a:pt x="2527" y="263791"/>
                  </a:lnTo>
                  <a:lnTo>
                    <a:pt x="3949" y="264922"/>
                  </a:lnTo>
                  <a:lnTo>
                    <a:pt x="95935" y="301688"/>
                  </a:lnTo>
                  <a:lnTo>
                    <a:pt x="3949" y="338455"/>
                  </a:lnTo>
                  <a:lnTo>
                    <a:pt x="2527" y="339598"/>
                  </a:lnTo>
                  <a:lnTo>
                    <a:pt x="533" y="342544"/>
                  </a:lnTo>
                  <a:lnTo>
                    <a:pt x="0" y="344284"/>
                  </a:lnTo>
                  <a:lnTo>
                    <a:pt x="0" y="347840"/>
                  </a:lnTo>
                  <a:lnTo>
                    <a:pt x="533" y="349580"/>
                  </a:lnTo>
                  <a:lnTo>
                    <a:pt x="2527" y="352513"/>
                  </a:lnTo>
                  <a:lnTo>
                    <a:pt x="3949" y="353656"/>
                  </a:lnTo>
                  <a:lnTo>
                    <a:pt x="95935" y="390423"/>
                  </a:lnTo>
                  <a:lnTo>
                    <a:pt x="3949" y="427189"/>
                  </a:lnTo>
                  <a:lnTo>
                    <a:pt x="2527" y="428332"/>
                  </a:lnTo>
                  <a:lnTo>
                    <a:pt x="533" y="431266"/>
                  </a:lnTo>
                  <a:lnTo>
                    <a:pt x="0" y="433006"/>
                  </a:lnTo>
                  <a:lnTo>
                    <a:pt x="0" y="436575"/>
                  </a:lnTo>
                  <a:lnTo>
                    <a:pt x="533" y="438302"/>
                  </a:lnTo>
                  <a:lnTo>
                    <a:pt x="2527" y="441248"/>
                  </a:lnTo>
                  <a:lnTo>
                    <a:pt x="3949" y="442391"/>
                  </a:lnTo>
                  <a:lnTo>
                    <a:pt x="229539" y="532612"/>
                  </a:lnTo>
                  <a:lnTo>
                    <a:pt x="231889" y="532612"/>
                  </a:lnTo>
                  <a:lnTo>
                    <a:pt x="278587" y="513943"/>
                  </a:lnTo>
                  <a:lnTo>
                    <a:pt x="457479" y="442391"/>
                  </a:lnTo>
                  <a:lnTo>
                    <a:pt x="461441" y="436575"/>
                  </a:lnTo>
                  <a:lnTo>
                    <a:pt x="461441" y="433006"/>
                  </a:lnTo>
                  <a:lnTo>
                    <a:pt x="460908" y="431266"/>
                  </a:lnTo>
                  <a:lnTo>
                    <a:pt x="458901" y="428332"/>
                  </a:lnTo>
                  <a:lnTo>
                    <a:pt x="457479" y="427189"/>
                  </a:lnTo>
                  <a:lnTo>
                    <a:pt x="428675" y="415683"/>
                  </a:lnTo>
                  <a:lnTo>
                    <a:pt x="428675" y="434784"/>
                  </a:lnTo>
                  <a:lnTo>
                    <a:pt x="230720" y="513943"/>
                  </a:lnTo>
                  <a:lnTo>
                    <a:pt x="32753" y="434784"/>
                  </a:lnTo>
                  <a:lnTo>
                    <a:pt x="119799" y="400011"/>
                  </a:lnTo>
                  <a:lnTo>
                    <a:pt x="229539" y="443877"/>
                  </a:lnTo>
                  <a:lnTo>
                    <a:pt x="231889" y="443877"/>
                  </a:lnTo>
                  <a:lnTo>
                    <a:pt x="278599" y="425208"/>
                  </a:lnTo>
                  <a:lnTo>
                    <a:pt x="341630" y="400011"/>
                  </a:lnTo>
                  <a:lnTo>
                    <a:pt x="428675" y="434784"/>
                  </a:lnTo>
                  <a:lnTo>
                    <a:pt x="428675" y="415683"/>
                  </a:lnTo>
                  <a:lnTo>
                    <a:pt x="389470" y="400011"/>
                  </a:lnTo>
                  <a:lnTo>
                    <a:pt x="365506" y="390423"/>
                  </a:lnTo>
                  <a:lnTo>
                    <a:pt x="457479" y="353656"/>
                  </a:lnTo>
                  <a:lnTo>
                    <a:pt x="458901" y="352513"/>
                  </a:lnTo>
                  <a:lnTo>
                    <a:pt x="460908" y="349580"/>
                  </a:lnTo>
                  <a:lnTo>
                    <a:pt x="461441" y="347840"/>
                  </a:lnTo>
                  <a:lnTo>
                    <a:pt x="461441" y="344284"/>
                  </a:lnTo>
                  <a:lnTo>
                    <a:pt x="460908" y="342544"/>
                  </a:lnTo>
                  <a:lnTo>
                    <a:pt x="458901" y="339598"/>
                  </a:lnTo>
                  <a:lnTo>
                    <a:pt x="457479" y="338455"/>
                  </a:lnTo>
                  <a:lnTo>
                    <a:pt x="428675" y="326948"/>
                  </a:lnTo>
                  <a:lnTo>
                    <a:pt x="428675" y="346062"/>
                  </a:lnTo>
                  <a:lnTo>
                    <a:pt x="230720" y="425208"/>
                  </a:lnTo>
                  <a:lnTo>
                    <a:pt x="167690" y="400011"/>
                  </a:lnTo>
                  <a:lnTo>
                    <a:pt x="32753" y="346062"/>
                  </a:lnTo>
                  <a:lnTo>
                    <a:pt x="119799" y="311277"/>
                  </a:lnTo>
                  <a:lnTo>
                    <a:pt x="229539" y="355155"/>
                  </a:lnTo>
                  <a:lnTo>
                    <a:pt x="231889" y="355155"/>
                  </a:lnTo>
                  <a:lnTo>
                    <a:pt x="278599" y="336473"/>
                  </a:lnTo>
                  <a:lnTo>
                    <a:pt x="341630" y="311277"/>
                  </a:lnTo>
                  <a:lnTo>
                    <a:pt x="428675" y="346062"/>
                  </a:lnTo>
                  <a:lnTo>
                    <a:pt x="428675" y="326948"/>
                  </a:lnTo>
                  <a:lnTo>
                    <a:pt x="389470" y="311277"/>
                  </a:lnTo>
                  <a:lnTo>
                    <a:pt x="365506" y="301688"/>
                  </a:lnTo>
                  <a:lnTo>
                    <a:pt x="457479" y="264922"/>
                  </a:lnTo>
                  <a:lnTo>
                    <a:pt x="458901" y="263791"/>
                  </a:lnTo>
                  <a:lnTo>
                    <a:pt x="460908" y="260845"/>
                  </a:lnTo>
                  <a:lnTo>
                    <a:pt x="461441" y="259105"/>
                  </a:lnTo>
                  <a:lnTo>
                    <a:pt x="461441" y="255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463234" y="2307074"/>
            <a:ext cx="860842" cy="684979"/>
            <a:chOff x="550249" y="5156750"/>
            <a:chExt cx="1436370" cy="1219835"/>
          </a:xfrm>
        </p:grpSpPr>
        <p:sp>
          <p:nvSpPr>
            <p:cNvPr id="6" name="object 6"/>
            <p:cNvSpPr/>
            <p:nvPr/>
          </p:nvSpPr>
          <p:spPr>
            <a:xfrm>
              <a:off x="785240" y="5175026"/>
              <a:ext cx="1056640" cy="1057910"/>
            </a:xfrm>
            <a:custGeom>
              <a:avLst/>
              <a:gdLst/>
              <a:ahLst/>
              <a:cxnLst/>
              <a:rect l="l" t="t" r="r" b="b"/>
              <a:pathLst>
                <a:path w="1056640" h="1057910">
                  <a:moveTo>
                    <a:pt x="528889" y="0"/>
                  </a:moveTo>
                  <a:lnTo>
                    <a:pt x="480783" y="2163"/>
                  </a:lnTo>
                  <a:lnTo>
                    <a:pt x="433880" y="8528"/>
                  </a:lnTo>
                  <a:lnTo>
                    <a:pt x="388368" y="18908"/>
                  </a:lnTo>
                  <a:lnTo>
                    <a:pt x="344434" y="33114"/>
                  </a:lnTo>
                  <a:lnTo>
                    <a:pt x="302265" y="50960"/>
                  </a:lnTo>
                  <a:lnTo>
                    <a:pt x="262049" y="72259"/>
                  </a:lnTo>
                  <a:lnTo>
                    <a:pt x="223973" y="96822"/>
                  </a:lnTo>
                  <a:lnTo>
                    <a:pt x="188226" y="124462"/>
                  </a:lnTo>
                  <a:lnTo>
                    <a:pt x="154993" y="154993"/>
                  </a:lnTo>
                  <a:lnTo>
                    <a:pt x="124462" y="188226"/>
                  </a:lnTo>
                  <a:lnTo>
                    <a:pt x="96822" y="223973"/>
                  </a:lnTo>
                  <a:lnTo>
                    <a:pt x="72259" y="262049"/>
                  </a:lnTo>
                  <a:lnTo>
                    <a:pt x="50960" y="302265"/>
                  </a:lnTo>
                  <a:lnTo>
                    <a:pt x="33114" y="344434"/>
                  </a:lnTo>
                  <a:lnTo>
                    <a:pt x="18908" y="388368"/>
                  </a:lnTo>
                  <a:lnTo>
                    <a:pt x="8528" y="433880"/>
                  </a:lnTo>
                  <a:lnTo>
                    <a:pt x="2163" y="480783"/>
                  </a:lnTo>
                  <a:lnTo>
                    <a:pt x="0" y="528889"/>
                  </a:lnTo>
                  <a:lnTo>
                    <a:pt x="2163" y="576995"/>
                  </a:lnTo>
                  <a:lnTo>
                    <a:pt x="8528" y="623898"/>
                  </a:lnTo>
                  <a:lnTo>
                    <a:pt x="18908" y="669411"/>
                  </a:lnTo>
                  <a:lnTo>
                    <a:pt x="33114" y="713345"/>
                  </a:lnTo>
                  <a:lnTo>
                    <a:pt x="50960" y="755514"/>
                  </a:lnTo>
                  <a:lnTo>
                    <a:pt x="72259" y="795730"/>
                  </a:lnTo>
                  <a:lnTo>
                    <a:pt x="96822" y="833805"/>
                  </a:lnTo>
                  <a:lnTo>
                    <a:pt x="124462" y="869553"/>
                  </a:lnTo>
                  <a:lnTo>
                    <a:pt x="154993" y="902786"/>
                  </a:lnTo>
                  <a:lnTo>
                    <a:pt x="188226" y="933316"/>
                  </a:lnTo>
                  <a:lnTo>
                    <a:pt x="223973" y="960957"/>
                  </a:lnTo>
                  <a:lnTo>
                    <a:pt x="262049" y="985520"/>
                  </a:lnTo>
                  <a:lnTo>
                    <a:pt x="302265" y="1006818"/>
                  </a:lnTo>
                  <a:lnTo>
                    <a:pt x="344434" y="1024664"/>
                  </a:lnTo>
                  <a:lnTo>
                    <a:pt x="388368" y="1038871"/>
                  </a:lnTo>
                  <a:lnTo>
                    <a:pt x="433880" y="1049251"/>
                  </a:lnTo>
                  <a:lnTo>
                    <a:pt x="480783" y="1055616"/>
                  </a:lnTo>
                  <a:lnTo>
                    <a:pt x="528889" y="1057779"/>
                  </a:lnTo>
                  <a:lnTo>
                    <a:pt x="577805" y="1055548"/>
                  </a:lnTo>
                  <a:lnTo>
                    <a:pt x="625468" y="1048986"/>
                  </a:lnTo>
                  <a:lnTo>
                    <a:pt x="671684" y="1038289"/>
                  </a:lnTo>
                  <a:lnTo>
                    <a:pt x="716255" y="1023653"/>
                  </a:lnTo>
                  <a:lnTo>
                    <a:pt x="758984" y="1005273"/>
                  </a:lnTo>
                  <a:lnTo>
                    <a:pt x="799675" y="983347"/>
                  </a:lnTo>
                  <a:lnTo>
                    <a:pt x="838130" y="958069"/>
                  </a:lnTo>
                  <a:lnTo>
                    <a:pt x="874153" y="929636"/>
                  </a:lnTo>
                  <a:lnTo>
                    <a:pt x="907547" y="898244"/>
                  </a:lnTo>
                  <a:lnTo>
                    <a:pt x="938114" y="864090"/>
                  </a:lnTo>
                  <a:lnTo>
                    <a:pt x="965659" y="827367"/>
                  </a:lnTo>
                  <a:lnTo>
                    <a:pt x="989985" y="788274"/>
                  </a:lnTo>
                  <a:lnTo>
                    <a:pt x="1010894" y="747006"/>
                  </a:lnTo>
                  <a:lnTo>
                    <a:pt x="1028189" y="703759"/>
                  </a:lnTo>
                  <a:lnTo>
                    <a:pt x="1041675" y="658729"/>
                  </a:lnTo>
                  <a:lnTo>
                    <a:pt x="1051153" y="612111"/>
                  </a:lnTo>
                  <a:lnTo>
                    <a:pt x="1056428" y="564103"/>
                  </a:lnTo>
                  <a:lnTo>
                    <a:pt x="780808" y="564103"/>
                  </a:lnTo>
                  <a:lnTo>
                    <a:pt x="780808" y="563427"/>
                  </a:lnTo>
                  <a:lnTo>
                    <a:pt x="780808" y="493676"/>
                  </a:lnTo>
                  <a:lnTo>
                    <a:pt x="1056428" y="493676"/>
                  </a:lnTo>
                  <a:lnTo>
                    <a:pt x="1051153" y="445667"/>
                  </a:lnTo>
                  <a:lnTo>
                    <a:pt x="1041675" y="399050"/>
                  </a:lnTo>
                  <a:lnTo>
                    <a:pt x="1028189" y="354020"/>
                  </a:lnTo>
                  <a:lnTo>
                    <a:pt x="1010894" y="310773"/>
                  </a:lnTo>
                  <a:lnTo>
                    <a:pt x="989985" y="269504"/>
                  </a:lnTo>
                  <a:lnTo>
                    <a:pt x="965659" y="230411"/>
                  </a:lnTo>
                  <a:lnTo>
                    <a:pt x="938114" y="193689"/>
                  </a:lnTo>
                  <a:lnTo>
                    <a:pt x="907547" y="159534"/>
                  </a:lnTo>
                  <a:lnTo>
                    <a:pt x="874153" y="128142"/>
                  </a:lnTo>
                  <a:lnTo>
                    <a:pt x="838130" y="99710"/>
                  </a:lnTo>
                  <a:lnTo>
                    <a:pt x="799675" y="74432"/>
                  </a:lnTo>
                  <a:lnTo>
                    <a:pt x="758984" y="52505"/>
                  </a:lnTo>
                  <a:lnTo>
                    <a:pt x="716255" y="34126"/>
                  </a:lnTo>
                  <a:lnTo>
                    <a:pt x="671684" y="19490"/>
                  </a:lnTo>
                  <a:lnTo>
                    <a:pt x="625468" y="8792"/>
                  </a:lnTo>
                  <a:lnTo>
                    <a:pt x="577805" y="2230"/>
                  </a:lnTo>
                  <a:lnTo>
                    <a:pt x="528889" y="0"/>
                  </a:lnTo>
                  <a:close/>
                </a:path>
              </a:pathLst>
            </a:custGeom>
            <a:solidFill>
              <a:srgbClr val="62C0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0249" y="5156750"/>
              <a:ext cx="1436370" cy="1219835"/>
            </a:xfrm>
            <a:custGeom>
              <a:avLst/>
              <a:gdLst/>
              <a:ahLst/>
              <a:cxnLst/>
              <a:rect l="l" t="t" r="r" b="b"/>
              <a:pathLst>
                <a:path w="1436370" h="1219835">
                  <a:moveTo>
                    <a:pt x="1436344" y="553948"/>
                  </a:moveTo>
                  <a:lnTo>
                    <a:pt x="1405089" y="515277"/>
                  </a:lnTo>
                  <a:lnTo>
                    <a:pt x="1389621" y="512635"/>
                  </a:lnTo>
                  <a:lnTo>
                    <a:pt x="1016482" y="512635"/>
                  </a:lnTo>
                  <a:lnTo>
                    <a:pt x="1016482" y="582383"/>
                  </a:lnTo>
                  <a:lnTo>
                    <a:pt x="1365910" y="582383"/>
                  </a:lnTo>
                  <a:lnTo>
                    <a:pt x="1361452" y="629310"/>
                  </a:lnTo>
                  <a:lnTo>
                    <a:pt x="1353464" y="675119"/>
                  </a:lnTo>
                  <a:lnTo>
                    <a:pt x="1342072" y="719683"/>
                  </a:lnTo>
                  <a:lnTo>
                    <a:pt x="1327429" y="762850"/>
                  </a:lnTo>
                  <a:lnTo>
                    <a:pt x="1309662" y="804468"/>
                  </a:lnTo>
                  <a:lnTo>
                    <a:pt x="1288923" y="844435"/>
                  </a:lnTo>
                  <a:lnTo>
                    <a:pt x="1265351" y="882573"/>
                  </a:lnTo>
                  <a:lnTo>
                    <a:pt x="1239075" y="918768"/>
                  </a:lnTo>
                  <a:lnTo>
                    <a:pt x="1210246" y="952855"/>
                  </a:lnTo>
                  <a:lnTo>
                    <a:pt x="1179004" y="984719"/>
                  </a:lnTo>
                  <a:lnTo>
                    <a:pt x="1145489" y="1014222"/>
                  </a:lnTo>
                  <a:lnTo>
                    <a:pt x="1109840" y="1041196"/>
                  </a:lnTo>
                  <a:lnTo>
                    <a:pt x="1072184" y="1065530"/>
                  </a:lnTo>
                  <a:lnTo>
                    <a:pt x="1032687" y="1087069"/>
                  </a:lnTo>
                  <a:lnTo>
                    <a:pt x="991463" y="1105674"/>
                  </a:lnTo>
                  <a:lnTo>
                    <a:pt x="948677" y="1121219"/>
                  </a:lnTo>
                  <a:lnTo>
                    <a:pt x="904443" y="1133551"/>
                  </a:lnTo>
                  <a:lnTo>
                    <a:pt x="858926" y="1142530"/>
                  </a:lnTo>
                  <a:lnTo>
                    <a:pt x="812253" y="1148016"/>
                  </a:lnTo>
                  <a:lnTo>
                    <a:pt x="764565" y="1149883"/>
                  </a:lnTo>
                  <a:lnTo>
                    <a:pt x="717423" y="1148067"/>
                  </a:lnTo>
                  <a:lnTo>
                    <a:pt x="671283" y="1142707"/>
                  </a:lnTo>
                  <a:lnTo>
                    <a:pt x="626275" y="1133944"/>
                  </a:lnTo>
                  <a:lnTo>
                    <a:pt x="582523" y="1121905"/>
                  </a:lnTo>
                  <a:lnTo>
                    <a:pt x="540181" y="1106728"/>
                  </a:lnTo>
                  <a:lnTo>
                    <a:pt x="499376" y="1088555"/>
                  </a:lnTo>
                  <a:lnTo>
                    <a:pt x="460222" y="1067511"/>
                  </a:lnTo>
                  <a:lnTo>
                    <a:pt x="422884" y="1043736"/>
                  </a:lnTo>
                  <a:lnTo>
                    <a:pt x="387477" y="1017358"/>
                  </a:lnTo>
                  <a:lnTo>
                    <a:pt x="354126" y="988517"/>
                  </a:lnTo>
                  <a:lnTo>
                    <a:pt x="322986" y="957351"/>
                  </a:lnTo>
                  <a:lnTo>
                    <a:pt x="294170" y="923975"/>
                  </a:lnTo>
                  <a:lnTo>
                    <a:pt x="267817" y="888555"/>
                  </a:lnTo>
                  <a:lnTo>
                    <a:pt x="244081" y="851204"/>
                  </a:lnTo>
                  <a:lnTo>
                    <a:pt x="223062" y="812063"/>
                  </a:lnTo>
                  <a:lnTo>
                    <a:pt x="204914" y="771271"/>
                  </a:lnTo>
                  <a:lnTo>
                    <a:pt x="189776" y="728954"/>
                  </a:lnTo>
                  <a:lnTo>
                    <a:pt x="177761" y="685253"/>
                  </a:lnTo>
                  <a:lnTo>
                    <a:pt x="169024" y="640295"/>
                  </a:lnTo>
                  <a:lnTo>
                    <a:pt x="163677" y="594233"/>
                  </a:lnTo>
                  <a:lnTo>
                    <a:pt x="161861" y="547166"/>
                  </a:lnTo>
                  <a:lnTo>
                    <a:pt x="161861" y="126631"/>
                  </a:lnTo>
                  <a:lnTo>
                    <a:pt x="252603" y="126631"/>
                  </a:lnTo>
                  <a:lnTo>
                    <a:pt x="125958" y="0"/>
                  </a:lnTo>
                  <a:lnTo>
                    <a:pt x="0" y="126631"/>
                  </a:lnTo>
                  <a:lnTo>
                    <a:pt x="91427" y="126631"/>
                  </a:lnTo>
                  <a:lnTo>
                    <a:pt x="91427" y="547166"/>
                  </a:lnTo>
                  <a:lnTo>
                    <a:pt x="93116" y="595160"/>
                  </a:lnTo>
                  <a:lnTo>
                    <a:pt x="98094" y="642251"/>
                  </a:lnTo>
                  <a:lnTo>
                    <a:pt x="106273" y="688314"/>
                  </a:lnTo>
                  <a:lnTo>
                    <a:pt x="117500" y="733247"/>
                  </a:lnTo>
                  <a:lnTo>
                    <a:pt x="131699" y="776922"/>
                  </a:lnTo>
                  <a:lnTo>
                    <a:pt x="148742" y="819251"/>
                  </a:lnTo>
                  <a:lnTo>
                    <a:pt x="168516" y="860094"/>
                  </a:lnTo>
                  <a:lnTo>
                    <a:pt x="190906" y="899350"/>
                  </a:lnTo>
                  <a:lnTo>
                    <a:pt x="215798" y="936904"/>
                  </a:lnTo>
                  <a:lnTo>
                    <a:pt x="243078" y="972629"/>
                  </a:lnTo>
                  <a:lnTo>
                    <a:pt x="272643" y="1006424"/>
                  </a:lnTo>
                  <a:lnTo>
                    <a:pt x="304368" y="1038174"/>
                  </a:lnTo>
                  <a:lnTo>
                    <a:pt x="338150" y="1067765"/>
                  </a:lnTo>
                  <a:lnTo>
                    <a:pt x="373862" y="1095082"/>
                  </a:lnTo>
                  <a:lnTo>
                    <a:pt x="411403" y="1120000"/>
                  </a:lnTo>
                  <a:lnTo>
                    <a:pt x="450659" y="1142415"/>
                  </a:lnTo>
                  <a:lnTo>
                    <a:pt x="491515" y="1162215"/>
                  </a:lnTo>
                  <a:lnTo>
                    <a:pt x="533857" y="1179283"/>
                  </a:lnTo>
                  <a:lnTo>
                    <a:pt x="577570" y="1193507"/>
                  </a:lnTo>
                  <a:lnTo>
                    <a:pt x="622541" y="1204760"/>
                  </a:lnTo>
                  <a:lnTo>
                    <a:pt x="668667" y="1212938"/>
                  </a:lnTo>
                  <a:lnTo>
                    <a:pt x="715810" y="1217942"/>
                  </a:lnTo>
                  <a:lnTo>
                    <a:pt x="763892" y="1219631"/>
                  </a:lnTo>
                  <a:lnTo>
                    <a:pt x="812495" y="1217891"/>
                  </a:lnTo>
                  <a:lnTo>
                    <a:pt x="860171" y="1212786"/>
                  </a:lnTo>
                  <a:lnTo>
                    <a:pt x="906792" y="1204404"/>
                  </a:lnTo>
                  <a:lnTo>
                    <a:pt x="952246" y="1192885"/>
                  </a:lnTo>
                  <a:lnTo>
                    <a:pt x="996416" y="1178331"/>
                  </a:lnTo>
                  <a:lnTo>
                    <a:pt x="1039177" y="1160856"/>
                  </a:lnTo>
                  <a:lnTo>
                    <a:pt x="1080414" y="1140599"/>
                  </a:lnTo>
                  <a:lnTo>
                    <a:pt x="1120013" y="1117663"/>
                  </a:lnTo>
                  <a:lnTo>
                    <a:pt x="1157846" y="1092174"/>
                  </a:lnTo>
                  <a:lnTo>
                    <a:pt x="1193812" y="1064247"/>
                  </a:lnTo>
                  <a:lnTo>
                    <a:pt x="1227772" y="1033995"/>
                  </a:lnTo>
                  <a:lnTo>
                    <a:pt x="1259611" y="1001534"/>
                  </a:lnTo>
                  <a:lnTo>
                    <a:pt x="1289215" y="966990"/>
                  </a:lnTo>
                  <a:lnTo>
                    <a:pt x="1316482" y="930478"/>
                  </a:lnTo>
                  <a:lnTo>
                    <a:pt x="1341259" y="892124"/>
                  </a:lnTo>
                  <a:lnTo>
                    <a:pt x="1363459" y="852030"/>
                  </a:lnTo>
                  <a:lnTo>
                    <a:pt x="1382953" y="810323"/>
                  </a:lnTo>
                  <a:lnTo>
                    <a:pt x="1399616" y="767118"/>
                  </a:lnTo>
                  <a:lnTo>
                    <a:pt x="1413344" y="722541"/>
                  </a:lnTo>
                  <a:lnTo>
                    <a:pt x="1424000" y="676706"/>
                  </a:lnTo>
                  <a:lnTo>
                    <a:pt x="1431480" y="629716"/>
                  </a:lnTo>
                  <a:lnTo>
                    <a:pt x="1435671" y="581710"/>
                  </a:lnTo>
                  <a:lnTo>
                    <a:pt x="1436344" y="573582"/>
                  </a:lnTo>
                  <a:lnTo>
                    <a:pt x="1436344" y="553948"/>
                  </a:lnTo>
                  <a:close/>
                </a:path>
              </a:pathLst>
            </a:custGeom>
            <a:solidFill>
              <a:srgbClr val="62C0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0493" y="5568410"/>
              <a:ext cx="450850" cy="355600"/>
            </a:xfrm>
            <a:custGeom>
              <a:avLst/>
              <a:gdLst/>
              <a:ahLst/>
              <a:cxnLst/>
              <a:rect l="l" t="t" r="r" b="b"/>
              <a:pathLst>
                <a:path w="450850" h="355600">
                  <a:moveTo>
                    <a:pt x="93453" y="1269"/>
                  </a:moveTo>
                  <a:lnTo>
                    <a:pt x="2709" y="107949"/>
                  </a:lnTo>
                  <a:lnTo>
                    <a:pt x="0" y="116839"/>
                  </a:lnTo>
                  <a:lnTo>
                    <a:pt x="4063" y="120649"/>
                  </a:lnTo>
                  <a:lnTo>
                    <a:pt x="47404" y="157479"/>
                  </a:lnTo>
                  <a:lnTo>
                    <a:pt x="86681" y="210819"/>
                  </a:lnTo>
                  <a:lnTo>
                    <a:pt x="80216" y="220979"/>
                  </a:lnTo>
                  <a:lnTo>
                    <a:pt x="78131" y="232409"/>
                  </a:lnTo>
                  <a:lnTo>
                    <a:pt x="80491" y="243839"/>
                  </a:lnTo>
                  <a:lnTo>
                    <a:pt x="87359" y="253999"/>
                  </a:lnTo>
                  <a:lnTo>
                    <a:pt x="92776" y="259079"/>
                  </a:lnTo>
                  <a:lnTo>
                    <a:pt x="99548" y="261619"/>
                  </a:lnTo>
                  <a:lnTo>
                    <a:pt x="106320" y="262889"/>
                  </a:lnTo>
                  <a:lnTo>
                    <a:pt x="106320" y="264159"/>
                  </a:lnTo>
                  <a:lnTo>
                    <a:pt x="105642" y="266699"/>
                  </a:lnTo>
                  <a:lnTo>
                    <a:pt x="105642" y="275589"/>
                  </a:lnTo>
                  <a:lnTo>
                    <a:pt x="109028" y="283209"/>
                  </a:lnTo>
                  <a:lnTo>
                    <a:pt x="120541" y="295909"/>
                  </a:lnTo>
                  <a:lnTo>
                    <a:pt x="127990" y="298449"/>
                  </a:lnTo>
                  <a:lnTo>
                    <a:pt x="136117" y="298449"/>
                  </a:lnTo>
                  <a:lnTo>
                    <a:pt x="136117" y="307339"/>
                  </a:lnTo>
                  <a:lnTo>
                    <a:pt x="139501" y="314959"/>
                  </a:lnTo>
                  <a:lnTo>
                    <a:pt x="151013" y="326389"/>
                  </a:lnTo>
                  <a:lnTo>
                    <a:pt x="158463" y="328929"/>
                  </a:lnTo>
                  <a:lnTo>
                    <a:pt x="171330" y="328929"/>
                  </a:lnTo>
                  <a:lnTo>
                    <a:pt x="172007" y="335279"/>
                  </a:lnTo>
                  <a:lnTo>
                    <a:pt x="174716" y="341629"/>
                  </a:lnTo>
                  <a:lnTo>
                    <a:pt x="186229" y="353059"/>
                  </a:lnTo>
                  <a:lnTo>
                    <a:pt x="194356" y="355599"/>
                  </a:lnTo>
                  <a:lnTo>
                    <a:pt x="209931" y="355599"/>
                  </a:lnTo>
                  <a:lnTo>
                    <a:pt x="218056" y="353059"/>
                  </a:lnTo>
                  <a:lnTo>
                    <a:pt x="223474" y="347979"/>
                  </a:lnTo>
                  <a:lnTo>
                    <a:pt x="228214" y="342899"/>
                  </a:lnTo>
                  <a:lnTo>
                    <a:pt x="274806" y="342899"/>
                  </a:lnTo>
                  <a:lnTo>
                    <a:pt x="277244" y="340359"/>
                  </a:lnTo>
                  <a:lnTo>
                    <a:pt x="199772" y="340359"/>
                  </a:lnTo>
                  <a:lnTo>
                    <a:pt x="188937" y="330199"/>
                  </a:lnTo>
                  <a:lnTo>
                    <a:pt x="188937" y="321309"/>
                  </a:lnTo>
                  <a:lnTo>
                    <a:pt x="199356" y="311149"/>
                  </a:lnTo>
                  <a:lnTo>
                    <a:pt x="164558" y="311149"/>
                  </a:lnTo>
                  <a:lnTo>
                    <a:pt x="161172" y="309879"/>
                  </a:lnTo>
                  <a:lnTo>
                    <a:pt x="155754" y="304799"/>
                  </a:lnTo>
                  <a:lnTo>
                    <a:pt x="154400" y="300989"/>
                  </a:lnTo>
                  <a:lnTo>
                    <a:pt x="154400" y="294639"/>
                  </a:lnTo>
                  <a:lnTo>
                    <a:pt x="155754" y="290829"/>
                  </a:lnTo>
                  <a:lnTo>
                    <a:pt x="165851" y="280669"/>
                  </a:lnTo>
                  <a:lnTo>
                    <a:pt x="137470" y="280669"/>
                  </a:lnTo>
                  <a:lnTo>
                    <a:pt x="123250" y="270509"/>
                  </a:lnTo>
                  <a:lnTo>
                    <a:pt x="123250" y="262889"/>
                  </a:lnTo>
                  <a:lnTo>
                    <a:pt x="124604" y="260349"/>
                  </a:lnTo>
                  <a:lnTo>
                    <a:pt x="138486" y="246379"/>
                  </a:lnTo>
                  <a:lnTo>
                    <a:pt x="104965" y="246379"/>
                  </a:lnTo>
                  <a:lnTo>
                    <a:pt x="94130" y="234949"/>
                  </a:lnTo>
                  <a:lnTo>
                    <a:pt x="94130" y="227329"/>
                  </a:lnTo>
                  <a:lnTo>
                    <a:pt x="99548" y="220979"/>
                  </a:lnTo>
                  <a:lnTo>
                    <a:pt x="113090" y="208279"/>
                  </a:lnTo>
                  <a:lnTo>
                    <a:pt x="115800" y="207009"/>
                  </a:lnTo>
                  <a:lnTo>
                    <a:pt x="151692" y="207009"/>
                  </a:lnTo>
                  <a:lnTo>
                    <a:pt x="148305" y="200659"/>
                  </a:lnTo>
                  <a:lnTo>
                    <a:pt x="144241" y="196849"/>
                  </a:lnTo>
                  <a:lnTo>
                    <a:pt x="102257" y="196849"/>
                  </a:lnTo>
                  <a:lnTo>
                    <a:pt x="68397" y="149859"/>
                  </a:lnTo>
                  <a:lnTo>
                    <a:pt x="77895" y="138429"/>
                  </a:lnTo>
                  <a:lnTo>
                    <a:pt x="52821" y="138429"/>
                  </a:lnTo>
                  <a:lnTo>
                    <a:pt x="21670" y="111759"/>
                  </a:lnTo>
                  <a:lnTo>
                    <a:pt x="94807" y="21589"/>
                  </a:lnTo>
                  <a:lnTo>
                    <a:pt x="126354" y="21589"/>
                  </a:lnTo>
                  <a:lnTo>
                    <a:pt x="93453" y="1269"/>
                  </a:lnTo>
                  <a:close/>
                </a:path>
                <a:path w="450850" h="355600">
                  <a:moveTo>
                    <a:pt x="274806" y="342899"/>
                  </a:moveTo>
                  <a:lnTo>
                    <a:pt x="228214" y="342899"/>
                  </a:lnTo>
                  <a:lnTo>
                    <a:pt x="230246" y="344169"/>
                  </a:lnTo>
                  <a:lnTo>
                    <a:pt x="236341" y="350519"/>
                  </a:lnTo>
                  <a:lnTo>
                    <a:pt x="243790" y="353059"/>
                  </a:lnTo>
                  <a:lnTo>
                    <a:pt x="260043" y="353059"/>
                  </a:lnTo>
                  <a:lnTo>
                    <a:pt x="268170" y="350519"/>
                  </a:lnTo>
                  <a:lnTo>
                    <a:pt x="273587" y="344169"/>
                  </a:lnTo>
                  <a:lnTo>
                    <a:pt x="274806" y="342899"/>
                  </a:lnTo>
                  <a:close/>
                </a:path>
                <a:path w="450850" h="355600">
                  <a:moveTo>
                    <a:pt x="246015" y="302259"/>
                  </a:moveTo>
                  <a:lnTo>
                    <a:pt x="218058" y="302259"/>
                  </a:lnTo>
                  <a:lnTo>
                    <a:pt x="221443" y="303529"/>
                  </a:lnTo>
                  <a:lnTo>
                    <a:pt x="224829" y="307339"/>
                  </a:lnTo>
                  <a:lnTo>
                    <a:pt x="228892" y="312419"/>
                  </a:lnTo>
                  <a:lnTo>
                    <a:pt x="228440" y="317499"/>
                  </a:lnTo>
                  <a:lnTo>
                    <a:pt x="228327" y="318769"/>
                  </a:lnTo>
                  <a:lnTo>
                    <a:pt x="228214" y="320039"/>
                  </a:lnTo>
                  <a:lnTo>
                    <a:pt x="223474" y="326389"/>
                  </a:lnTo>
                  <a:lnTo>
                    <a:pt x="213316" y="336549"/>
                  </a:lnTo>
                  <a:lnTo>
                    <a:pt x="207898" y="340359"/>
                  </a:lnTo>
                  <a:lnTo>
                    <a:pt x="277244" y="340359"/>
                  </a:lnTo>
                  <a:lnTo>
                    <a:pt x="279682" y="337819"/>
                  </a:lnTo>
                  <a:lnTo>
                    <a:pt x="280247" y="336549"/>
                  </a:lnTo>
                  <a:lnTo>
                    <a:pt x="251915" y="336549"/>
                  </a:lnTo>
                  <a:lnTo>
                    <a:pt x="245144" y="328929"/>
                  </a:lnTo>
                  <a:lnTo>
                    <a:pt x="243789" y="328929"/>
                  </a:lnTo>
                  <a:lnTo>
                    <a:pt x="243791" y="327659"/>
                  </a:lnTo>
                  <a:lnTo>
                    <a:pt x="245144" y="326389"/>
                  </a:lnTo>
                  <a:lnTo>
                    <a:pt x="245144" y="325119"/>
                  </a:lnTo>
                  <a:lnTo>
                    <a:pt x="245822" y="323849"/>
                  </a:lnTo>
                  <a:lnTo>
                    <a:pt x="245822" y="322579"/>
                  </a:lnTo>
                  <a:lnTo>
                    <a:pt x="247177" y="318769"/>
                  </a:lnTo>
                  <a:lnTo>
                    <a:pt x="247853" y="313689"/>
                  </a:lnTo>
                  <a:lnTo>
                    <a:pt x="247176" y="309879"/>
                  </a:lnTo>
                  <a:lnTo>
                    <a:pt x="246015" y="302259"/>
                  </a:lnTo>
                  <a:close/>
                </a:path>
                <a:path w="450850" h="355600">
                  <a:moveTo>
                    <a:pt x="253272" y="275589"/>
                  </a:moveTo>
                  <a:lnTo>
                    <a:pt x="247852" y="275589"/>
                  </a:lnTo>
                  <a:lnTo>
                    <a:pt x="241080" y="281939"/>
                  </a:lnTo>
                  <a:lnTo>
                    <a:pt x="241080" y="287019"/>
                  </a:lnTo>
                  <a:lnTo>
                    <a:pt x="270879" y="317499"/>
                  </a:lnTo>
                  <a:lnTo>
                    <a:pt x="270879" y="325119"/>
                  </a:lnTo>
                  <a:lnTo>
                    <a:pt x="260044" y="336549"/>
                  </a:lnTo>
                  <a:lnTo>
                    <a:pt x="280247" y="336549"/>
                  </a:lnTo>
                  <a:lnTo>
                    <a:pt x="283069" y="330199"/>
                  </a:lnTo>
                  <a:lnTo>
                    <a:pt x="282972" y="328929"/>
                  </a:lnTo>
                  <a:lnTo>
                    <a:pt x="282875" y="327659"/>
                  </a:lnTo>
                  <a:lnTo>
                    <a:pt x="282778" y="326389"/>
                  </a:lnTo>
                  <a:lnTo>
                    <a:pt x="282682" y="325119"/>
                  </a:lnTo>
                  <a:lnTo>
                    <a:pt x="282585" y="323849"/>
                  </a:lnTo>
                  <a:lnTo>
                    <a:pt x="282488" y="322579"/>
                  </a:lnTo>
                  <a:lnTo>
                    <a:pt x="282391" y="321309"/>
                  </a:lnTo>
                  <a:lnTo>
                    <a:pt x="290518" y="321309"/>
                  </a:lnTo>
                  <a:lnTo>
                    <a:pt x="298643" y="318769"/>
                  </a:lnTo>
                  <a:lnTo>
                    <a:pt x="310833" y="307339"/>
                  </a:lnTo>
                  <a:lnTo>
                    <a:pt x="311800" y="304799"/>
                  </a:lnTo>
                  <a:lnTo>
                    <a:pt x="283068" y="304799"/>
                  </a:lnTo>
                  <a:lnTo>
                    <a:pt x="253272" y="275589"/>
                  </a:lnTo>
                  <a:close/>
                </a:path>
                <a:path w="450850" h="355600">
                  <a:moveTo>
                    <a:pt x="218753" y="261619"/>
                  </a:moveTo>
                  <a:lnTo>
                    <a:pt x="190291" y="261619"/>
                  </a:lnTo>
                  <a:lnTo>
                    <a:pt x="195708" y="265429"/>
                  </a:lnTo>
                  <a:lnTo>
                    <a:pt x="200449" y="267969"/>
                  </a:lnTo>
                  <a:lnTo>
                    <a:pt x="203158" y="273049"/>
                  </a:lnTo>
                  <a:lnTo>
                    <a:pt x="175394" y="309879"/>
                  </a:lnTo>
                  <a:lnTo>
                    <a:pt x="172007" y="311149"/>
                  </a:lnTo>
                  <a:lnTo>
                    <a:pt x="199356" y="311149"/>
                  </a:lnTo>
                  <a:lnTo>
                    <a:pt x="205868" y="304799"/>
                  </a:lnTo>
                  <a:lnTo>
                    <a:pt x="207899" y="303529"/>
                  </a:lnTo>
                  <a:lnTo>
                    <a:pt x="211962" y="302259"/>
                  </a:lnTo>
                  <a:lnTo>
                    <a:pt x="246015" y="302259"/>
                  </a:lnTo>
                  <a:lnTo>
                    <a:pt x="245821" y="300989"/>
                  </a:lnTo>
                  <a:lnTo>
                    <a:pt x="241081" y="293369"/>
                  </a:lnTo>
                  <a:lnTo>
                    <a:pt x="234309" y="288289"/>
                  </a:lnTo>
                  <a:lnTo>
                    <a:pt x="226182" y="283209"/>
                  </a:lnTo>
                  <a:lnTo>
                    <a:pt x="221442" y="283209"/>
                  </a:lnTo>
                  <a:lnTo>
                    <a:pt x="221550" y="281939"/>
                  </a:lnTo>
                  <a:lnTo>
                    <a:pt x="221657" y="280669"/>
                  </a:lnTo>
                  <a:lnTo>
                    <a:pt x="221765" y="279399"/>
                  </a:lnTo>
                  <a:lnTo>
                    <a:pt x="221872" y="278129"/>
                  </a:lnTo>
                  <a:lnTo>
                    <a:pt x="221980" y="276859"/>
                  </a:lnTo>
                  <a:lnTo>
                    <a:pt x="222088" y="275589"/>
                  </a:lnTo>
                  <a:lnTo>
                    <a:pt x="221019" y="267969"/>
                  </a:lnTo>
                  <a:lnTo>
                    <a:pt x="218753" y="261619"/>
                  </a:lnTo>
                  <a:close/>
                </a:path>
                <a:path w="450850" h="355600">
                  <a:moveTo>
                    <a:pt x="266814" y="226059"/>
                  </a:moveTo>
                  <a:lnTo>
                    <a:pt x="261397" y="226059"/>
                  </a:lnTo>
                  <a:lnTo>
                    <a:pt x="254625" y="232409"/>
                  </a:lnTo>
                  <a:lnTo>
                    <a:pt x="254625" y="238759"/>
                  </a:lnTo>
                  <a:lnTo>
                    <a:pt x="302029" y="285749"/>
                  </a:lnTo>
                  <a:lnTo>
                    <a:pt x="302029" y="293369"/>
                  </a:lnTo>
                  <a:lnTo>
                    <a:pt x="291194" y="304799"/>
                  </a:lnTo>
                  <a:lnTo>
                    <a:pt x="311800" y="304799"/>
                  </a:lnTo>
                  <a:lnTo>
                    <a:pt x="314219" y="298449"/>
                  </a:lnTo>
                  <a:lnTo>
                    <a:pt x="313542" y="290829"/>
                  </a:lnTo>
                  <a:lnTo>
                    <a:pt x="321668" y="290829"/>
                  </a:lnTo>
                  <a:lnTo>
                    <a:pt x="329794" y="287019"/>
                  </a:lnTo>
                  <a:lnTo>
                    <a:pt x="335888" y="281939"/>
                  </a:lnTo>
                  <a:lnTo>
                    <a:pt x="341983" y="275589"/>
                  </a:lnTo>
                  <a:lnTo>
                    <a:pt x="343676" y="271779"/>
                  </a:lnTo>
                  <a:lnTo>
                    <a:pt x="314219" y="271779"/>
                  </a:lnTo>
                  <a:lnTo>
                    <a:pt x="310832" y="270509"/>
                  </a:lnTo>
                  <a:lnTo>
                    <a:pt x="308123" y="267969"/>
                  </a:lnTo>
                  <a:lnTo>
                    <a:pt x="270200" y="229869"/>
                  </a:lnTo>
                  <a:lnTo>
                    <a:pt x="266814" y="226059"/>
                  </a:lnTo>
                  <a:close/>
                </a:path>
                <a:path w="450850" h="355600">
                  <a:moveTo>
                    <a:pt x="189035" y="231139"/>
                  </a:moveTo>
                  <a:lnTo>
                    <a:pt x="158464" y="231139"/>
                  </a:lnTo>
                  <a:lnTo>
                    <a:pt x="169300" y="236219"/>
                  </a:lnTo>
                  <a:lnTo>
                    <a:pt x="172007" y="241299"/>
                  </a:lnTo>
                  <a:lnTo>
                    <a:pt x="144243" y="279399"/>
                  </a:lnTo>
                  <a:lnTo>
                    <a:pt x="140856" y="280669"/>
                  </a:lnTo>
                  <a:lnTo>
                    <a:pt x="165851" y="280669"/>
                  </a:lnTo>
                  <a:lnTo>
                    <a:pt x="183519" y="262889"/>
                  </a:lnTo>
                  <a:lnTo>
                    <a:pt x="190291" y="261619"/>
                  </a:lnTo>
                  <a:lnTo>
                    <a:pt x="218753" y="261619"/>
                  </a:lnTo>
                  <a:lnTo>
                    <a:pt x="218300" y="260349"/>
                  </a:lnTo>
                  <a:lnTo>
                    <a:pt x="213994" y="255269"/>
                  </a:lnTo>
                  <a:lnTo>
                    <a:pt x="207899" y="248919"/>
                  </a:lnTo>
                  <a:lnTo>
                    <a:pt x="200449" y="245109"/>
                  </a:lnTo>
                  <a:lnTo>
                    <a:pt x="190969" y="245109"/>
                  </a:lnTo>
                  <a:lnTo>
                    <a:pt x="190969" y="237489"/>
                  </a:lnTo>
                  <a:lnTo>
                    <a:pt x="189035" y="231139"/>
                  </a:lnTo>
                  <a:close/>
                </a:path>
                <a:path w="450850" h="355600">
                  <a:moveTo>
                    <a:pt x="279005" y="176529"/>
                  </a:moveTo>
                  <a:lnTo>
                    <a:pt x="273586" y="176529"/>
                  </a:lnTo>
                  <a:lnTo>
                    <a:pt x="266814" y="182879"/>
                  </a:lnTo>
                  <a:lnTo>
                    <a:pt x="266814" y="187959"/>
                  </a:lnTo>
                  <a:lnTo>
                    <a:pt x="270200" y="191769"/>
                  </a:lnTo>
                  <a:lnTo>
                    <a:pt x="327084" y="248919"/>
                  </a:lnTo>
                  <a:lnTo>
                    <a:pt x="332502" y="255269"/>
                  </a:lnTo>
                  <a:lnTo>
                    <a:pt x="332502" y="262889"/>
                  </a:lnTo>
                  <a:lnTo>
                    <a:pt x="324376" y="270509"/>
                  </a:lnTo>
                  <a:lnTo>
                    <a:pt x="320991" y="271779"/>
                  </a:lnTo>
                  <a:lnTo>
                    <a:pt x="343676" y="271779"/>
                  </a:lnTo>
                  <a:lnTo>
                    <a:pt x="345369" y="267969"/>
                  </a:lnTo>
                  <a:lnTo>
                    <a:pt x="345273" y="266699"/>
                  </a:lnTo>
                  <a:lnTo>
                    <a:pt x="345176" y="265429"/>
                  </a:lnTo>
                  <a:lnTo>
                    <a:pt x="345079" y="264159"/>
                  </a:lnTo>
                  <a:lnTo>
                    <a:pt x="344982" y="262889"/>
                  </a:lnTo>
                  <a:lnTo>
                    <a:pt x="344886" y="261619"/>
                  </a:lnTo>
                  <a:lnTo>
                    <a:pt x="344789" y="260349"/>
                  </a:lnTo>
                  <a:lnTo>
                    <a:pt x="344692" y="259079"/>
                  </a:lnTo>
                  <a:lnTo>
                    <a:pt x="352819" y="259079"/>
                  </a:lnTo>
                  <a:lnTo>
                    <a:pt x="360946" y="256539"/>
                  </a:lnTo>
                  <a:lnTo>
                    <a:pt x="367041" y="250189"/>
                  </a:lnTo>
                  <a:lnTo>
                    <a:pt x="372483" y="242569"/>
                  </a:lnTo>
                  <a:lnTo>
                    <a:pt x="344693" y="242569"/>
                  </a:lnTo>
                  <a:lnTo>
                    <a:pt x="338598" y="236219"/>
                  </a:lnTo>
                  <a:lnTo>
                    <a:pt x="282391" y="179069"/>
                  </a:lnTo>
                  <a:lnTo>
                    <a:pt x="279005" y="176529"/>
                  </a:lnTo>
                  <a:close/>
                </a:path>
                <a:path w="450850" h="355600">
                  <a:moveTo>
                    <a:pt x="151692" y="207009"/>
                  </a:moveTo>
                  <a:lnTo>
                    <a:pt x="123249" y="207009"/>
                  </a:lnTo>
                  <a:lnTo>
                    <a:pt x="126636" y="208279"/>
                  </a:lnTo>
                  <a:lnTo>
                    <a:pt x="129344" y="210819"/>
                  </a:lnTo>
                  <a:lnTo>
                    <a:pt x="134085" y="217169"/>
                  </a:lnTo>
                  <a:lnTo>
                    <a:pt x="134084" y="224789"/>
                  </a:lnTo>
                  <a:lnTo>
                    <a:pt x="113091" y="246379"/>
                  </a:lnTo>
                  <a:lnTo>
                    <a:pt x="138486" y="246379"/>
                  </a:lnTo>
                  <a:lnTo>
                    <a:pt x="152369" y="232409"/>
                  </a:lnTo>
                  <a:lnTo>
                    <a:pt x="158464" y="231139"/>
                  </a:lnTo>
                  <a:lnTo>
                    <a:pt x="189035" y="231139"/>
                  </a:lnTo>
                  <a:lnTo>
                    <a:pt x="188261" y="228599"/>
                  </a:lnTo>
                  <a:lnTo>
                    <a:pt x="176749" y="217169"/>
                  </a:lnTo>
                  <a:lnTo>
                    <a:pt x="169298" y="214629"/>
                  </a:lnTo>
                  <a:lnTo>
                    <a:pt x="153047" y="214629"/>
                  </a:lnTo>
                  <a:lnTo>
                    <a:pt x="151692" y="207009"/>
                  </a:lnTo>
                  <a:close/>
                </a:path>
                <a:path w="450850" h="355600">
                  <a:moveTo>
                    <a:pt x="274760" y="109219"/>
                  </a:moveTo>
                  <a:lnTo>
                    <a:pt x="218057" y="109219"/>
                  </a:lnTo>
                  <a:lnTo>
                    <a:pt x="257333" y="113029"/>
                  </a:lnTo>
                  <a:lnTo>
                    <a:pt x="361622" y="217169"/>
                  </a:lnTo>
                  <a:lnTo>
                    <a:pt x="363654" y="223519"/>
                  </a:lnTo>
                  <a:lnTo>
                    <a:pt x="363655" y="232409"/>
                  </a:lnTo>
                  <a:lnTo>
                    <a:pt x="352819" y="242569"/>
                  </a:lnTo>
                  <a:lnTo>
                    <a:pt x="372483" y="242569"/>
                  </a:lnTo>
                  <a:lnTo>
                    <a:pt x="373389" y="241299"/>
                  </a:lnTo>
                  <a:lnTo>
                    <a:pt x="376183" y="231139"/>
                  </a:lnTo>
                  <a:lnTo>
                    <a:pt x="375421" y="220979"/>
                  </a:lnTo>
                  <a:lnTo>
                    <a:pt x="371104" y="212089"/>
                  </a:lnTo>
                  <a:lnTo>
                    <a:pt x="378365" y="196849"/>
                  </a:lnTo>
                  <a:lnTo>
                    <a:pt x="362300" y="196849"/>
                  </a:lnTo>
                  <a:lnTo>
                    <a:pt x="274760" y="109219"/>
                  </a:lnTo>
                  <a:close/>
                </a:path>
                <a:path w="450850" h="355600">
                  <a:moveTo>
                    <a:pt x="130699" y="187959"/>
                  </a:moveTo>
                  <a:lnTo>
                    <a:pt x="115123" y="187959"/>
                  </a:lnTo>
                  <a:lnTo>
                    <a:pt x="107674" y="190499"/>
                  </a:lnTo>
                  <a:lnTo>
                    <a:pt x="102257" y="196849"/>
                  </a:lnTo>
                  <a:lnTo>
                    <a:pt x="144241" y="196849"/>
                  </a:lnTo>
                  <a:lnTo>
                    <a:pt x="137469" y="190499"/>
                  </a:lnTo>
                  <a:lnTo>
                    <a:pt x="130699" y="187959"/>
                  </a:lnTo>
                  <a:close/>
                </a:path>
                <a:path w="450850" h="355600">
                  <a:moveTo>
                    <a:pt x="332745" y="50799"/>
                  </a:moveTo>
                  <a:lnTo>
                    <a:pt x="311510" y="50799"/>
                  </a:lnTo>
                  <a:lnTo>
                    <a:pt x="386678" y="146049"/>
                  </a:lnTo>
                  <a:lnTo>
                    <a:pt x="362300" y="196849"/>
                  </a:lnTo>
                  <a:lnTo>
                    <a:pt x="378365" y="196849"/>
                  </a:lnTo>
                  <a:lnTo>
                    <a:pt x="399545" y="152399"/>
                  </a:lnTo>
                  <a:lnTo>
                    <a:pt x="421612" y="133349"/>
                  </a:lnTo>
                  <a:lnTo>
                    <a:pt x="397513" y="133349"/>
                  </a:lnTo>
                  <a:lnTo>
                    <a:pt x="332745" y="50799"/>
                  </a:lnTo>
                  <a:close/>
                </a:path>
                <a:path w="450850" h="355600">
                  <a:moveTo>
                    <a:pt x="246683" y="52069"/>
                  </a:moveTo>
                  <a:lnTo>
                    <a:pt x="149659" y="52069"/>
                  </a:lnTo>
                  <a:lnTo>
                    <a:pt x="175393" y="58419"/>
                  </a:lnTo>
                  <a:lnTo>
                    <a:pt x="141533" y="118109"/>
                  </a:lnTo>
                  <a:lnTo>
                    <a:pt x="137470" y="125729"/>
                  </a:lnTo>
                  <a:lnTo>
                    <a:pt x="136115" y="133349"/>
                  </a:lnTo>
                  <a:lnTo>
                    <a:pt x="141533" y="149859"/>
                  </a:lnTo>
                  <a:lnTo>
                    <a:pt x="146273" y="156209"/>
                  </a:lnTo>
                  <a:lnTo>
                    <a:pt x="153722" y="160019"/>
                  </a:lnTo>
                  <a:lnTo>
                    <a:pt x="154400" y="160019"/>
                  </a:lnTo>
                  <a:lnTo>
                    <a:pt x="154401" y="161289"/>
                  </a:lnTo>
                  <a:lnTo>
                    <a:pt x="155078" y="161289"/>
                  </a:lnTo>
                  <a:lnTo>
                    <a:pt x="157787" y="162559"/>
                  </a:lnTo>
                  <a:lnTo>
                    <a:pt x="159141" y="162559"/>
                  </a:lnTo>
                  <a:lnTo>
                    <a:pt x="165236" y="165099"/>
                  </a:lnTo>
                  <a:lnTo>
                    <a:pt x="171330" y="165099"/>
                  </a:lnTo>
                  <a:lnTo>
                    <a:pt x="177425" y="163829"/>
                  </a:lnTo>
                  <a:lnTo>
                    <a:pt x="185551" y="161289"/>
                  </a:lnTo>
                  <a:lnTo>
                    <a:pt x="192323" y="156209"/>
                  </a:lnTo>
                  <a:lnTo>
                    <a:pt x="196386" y="148589"/>
                  </a:lnTo>
                  <a:lnTo>
                    <a:pt x="197085" y="147319"/>
                  </a:lnTo>
                  <a:lnTo>
                    <a:pt x="161850" y="147319"/>
                  </a:lnTo>
                  <a:lnTo>
                    <a:pt x="159141" y="146049"/>
                  </a:lnTo>
                  <a:lnTo>
                    <a:pt x="155755" y="143509"/>
                  </a:lnTo>
                  <a:lnTo>
                    <a:pt x="153724" y="140969"/>
                  </a:lnTo>
                  <a:lnTo>
                    <a:pt x="152369" y="134619"/>
                  </a:lnTo>
                  <a:lnTo>
                    <a:pt x="152369" y="129539"/>
                  </a:lnTo>
                  <a:lnTo>
                    <a:pt x="154400" y="126999"/>
                  </a:lnTo>
                  <a:lnTo>
                    <a:pt x="187582" y="68579"/>
                  </a:lnTo>
                  <a:lnTo>
                    <a:pt x="246683" y="52069"/>
                  </a:lnTo>
                  <a:close/>
                </a:path>
                <a:path w="450850" h="355600">
                  <a:moveTo>
                    <a:pt x="210607" y="92709"/>
                  </a:moveTo>
                  <a:lnTo>
                    <a:pt x="207221" y="92709"/>
                  </a:lnTo>
                  <a:lnTo>
                    <a:pt x="203835" y="93979"/>
                  </a:lnTo>
                  <a:lnTo>
                    <a:pt x="202481" y="97789"/>
                  </a:lnTo>
                  <a:lnTo>
                    <a:pt x="177425" y="140969"/>
                  </a:lnTo>
                  <a:lnTo>
                    <a:pt x="175393" y="144779"/>
                  </a:lnTo>
                  <a:lnTo>
                    <a:pt x="172685" y="146049"/>
                  </a:lnTo>
                  <a:lnTo>
                    <a:pt x="165913" y="147319"/>
                  </a:lnTo>
                  <a:lnTo>
                    <a:pt x="197085" y="147319"/>
                  </a:lnTo>
                  <a:lnTo>
                    <a:pt x="218057" y="109219"/>
                  </a:lnTo>
                  <a:lnTo>
                    <a:pt x="274760" y="109219"/>
                  </a:lnTo>
                  <a:lnTo>
                    <a:pt x="262073" y="96519"/>
                  </a:lnTo>
                  <a:lnTo>
                    <a:pt x="258689" y="96519"/>
                  </a:lnTo>
                  <a:lnTo>
                    <a:pt x="210607" y="92709"/>
                  </a:lnTo>
                  <a:close/>
                </a:path>
                <a:path w="450850" h="355600">
                  <a:moveTo>
                    <a:pt x="126354" y="21589"/>
                  </a:moveTo>
                  <a:lnTo>
                    <a:pt x="94807" y="21589"/>
                  </a:lnTo>
                  <a:lnTo>
                    <a:pt x="130022" y="44449"/>
                  </a:lnTo>
                  <a:lnTo>
                    <a:pt x="52821" y="138429"/>
                  </a:lnTo>
                  <a:lnTo>
                    <a:pt x="77895" y="138429"/>
                  </a:lnTo>
                  <a:lnTo>
                    <a:pt x="149659" y="52069"/>
                  </a:lnTo>
                  <a:lnTo>
                    <a:pt x="246683" y="52069"/>
                  </a:lnTo>
                  <a:lnTo>
                    <a:pt x="251239" y="50799"/>
                  </a:lnTo>
                  <a:lnTo>
                    <a:pt x="332745" y="50799"/>
                  </a:lnTo>
                  <a:lnTo>
                    <a:pt x="330752" y="48259"/>
                  </a:lnTo>
                  <a:lnTo>
                    <a:pt x="197742" y="48259"/>
                  </a:lnTo>
                  <a:lnTo>
                    <a:pt x="146952" y="34289"/>
                  </a:lnTo>
                  <a:lnTo>
                    <a:pt x="126354" y="21589"/>
                  </a:lnTo>
                  <a:close/>
                </a:path>
                <a:path w="450850" h="355600">
                  <a:moveTo>
                    <a:pt x="385148" y="21589"/>
                  </a:moveTo>
                  <a:lnTo>
                    <a:pt x="362976" y="21589"/>
                  </a:lnTo>
                  <a:lnTo>
                    <a:pt x="427988" y="106679"/>
                  </a:lnTo>
                  <a:lnTo>
                    <a:pt x="397513" y="133349"/>
                  </a:lnTo>
                  <a:lnTo>
                    <a:pt x="421612" y="133349"/>
                  </a:lnTo>
                  <a:lnTo>
                    <a:pt x="442209" y="115569"/>
                  </a:lnTo>
                  <a:lnTo>
                    <a:pt x="449658" y="110489"/>
                  </a:lnTo>
                  <a:lnTo>
                    <a:pt x="450334" y="105409"/>
                  </a:lnTo>
                  <a:lnTo>
                    <a:pt x="447625" y="102869"/>
                  </a:lnTo>
                  <a:lnTo>
                    <a:pt x="385148" y="21589"/>
                  </a:lnTo>
                  <a:close/>
                </a:path>
                <a:path w="450850" h="355600">
                  <a:moveTo>
                    <a:pt x="364330" y="0"/>
                  </a:moveTo>
                  <a:lnTo>
                    <a:pt x="360944" y="2539"/>
                  </a:lnTo>
                  <a:lnTo>
                    <a:pt x="312186" y="34289"/>
                  </a:lnTo>
                  <a:lnTo>
                    <a:pt x="246498" y="34289"/>
                  </a:lnTo>
                  <a:lnTo>
                    <a:pt x="197742" y="48259"/>
                  </a:lnTo>
                  <a:lnTo>
                    <a:pt x="330752" y="48259"/>
                  </a:lnTo>
                  <a:lnTo>
                    <a:pt x="327762" y="44449"/>
                  </a:lnTo>
                  <a:lnTo>
                    <a:pt x="362976" y="21589"/>
                  </a:lnTo>
                  <a:lnTo>
                    <a:pt x="385148" y="21589"/>
                  </a:lnTo>
                  <a:lnTo>
                    <a:pt x="372457" y="5079"/>
                  </a:lnTo>
                  <a:lnTo>
                    <a:pt x="369749" y="1269"/>
                  </a:lnTo>
                  <a:lnTo>
                    <a:pt x="364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3249" y="5506175"/>
              <a:ext cx="79232" cy="785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8164" y="5506175"/>
              <a:ext cx="79232" cy="785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05835" y="5481794"/>
              <a:ext cx="19685" cy="103505"/>
            </a:xfrm>
            <a:custGeom>
              <a:avLst/>
              <a:gdLst/>
              <a:ahLst/>
              <a:cxnLst/>
              <a:rect l="l" t="t" r="r" b="b"/>
              <a:pathLst>
                <a:path w="19684" h="103504">
                  <a:moveTo>
                    <a:pt x="18288" y="39966"/>
                  </a:moveTo>
                  <a:lnTo>
                    <a:pt x="14224" y="35902"/>
                  </a:lnTo>
                  <a:lnTo>
                    <a:pt x="4737" y="35902"/>
                  </a:lnTo>
                  <a:lnTo>
                    <a:pt x="673" y="39966"/>
                  </a:lnTo>
                  <a:lnTo>
                    <a:pt x="673" y="98869"/>
                  </a:lnTo>
                  <a:lnTo>
                    <a:pt x="4737" y="102933"/>
                  </a:lnTo>
                  <a:lnTo>
                    <a:pt x="9486" y="102933"/>
                  </a:lnTo>
                  <a:lnTo>
                    <a:pt x="14224" y="102933"/>
                  </a:lnTo>
                  <a:lnTo>
                    <a:pt x="18288" y="98869"/>
                  </a:lnTo>
                  <a:lnTo>
                    <a:pt x="18288" y="39966"/>
                  </a:lnTo>
                  <a:close/>
                </a:path>
                <a:path w="19684" h="103504">
                  <a:moveTo>
                    <a:pt x="19646" y="8813"/>
                  </a:moveTo>
                  <a:lnTo>
                    <a:pt x="18288" y="4749"/>
                  </a:lnTo>
                  <a:lnTo>
                    <a:pt x="12877" y="685"/>
                  </a:lnTo>
                  <a:lnTo>
                    <a:pt x="8128" y="0"/>
                  </a:lnTo>
                  <a:lnTo>
                    <a:pt x="5422" y="2717"/>
                  </a:lnTo>
                  <a:lnTo>
                    <a:pt x="1358" y="4064"/>
                  </a:lnTo>
                  <a:lnTo>
                    <a:pt x="0" y="8813"/>
                  </a:lnTo>
                  <a:lnTo>
                    <a:pt x="1358" y="12877"/>
                  </a:lnTo>
                  <a:lnTo>
                    <a:pt x="2717" y="16256"/>
                  </a:lnTo>
                  <a:lnTo>
                    <a:pt x="6096" y="18288"/>
                  </a:lnTo>
                  <a:lnTo>
                    <a:pt x="13550" y="18288"/>
                  </a:lnTo>
                  <a:lnTo>
                    <a:pt x="16941" y="15582"/>
                  </a:lnTo>
                  <a:lnTo>
                    <a:pt x="19646" y="88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83066" y="2171399"/>
            <a:ext cx="866884" cy="751998"/>
            <a:chOff x="2410900" y="5158884"/>
            <a:chExt cx="1436370" cy="1219835"/>
          </a:xfrm>
        </p:grpSpPr>
        <p:sp>
          <p:nvSpPr>
            <p:cNvPr id="19" name="object 19"/>
            <p:cNvSpPr/>
            <p:nvPr/>
          </p:nvSpPr>
          <p:spPr>
            <a:xfrm>
              <a:off x="2645900" y="5302447"/>
              <a:ext cx="1056640" cy="1057910"/>
            </a:xfrm>
            <a:custGeom>
              <a:avLst/>
              <a:gdLst/>
              <a:ahLst/>
              <a:cxnLst/>
              <a:rect l="l" t="t" r="r" b="b"/>
              <a:pathLst>
                <a:path w="1056639" h="1057910">
                  <a:moveTo>
                    <a:pt x="528889" y="0"/>
                  </a:moveTo>
                  <a:lnTo>
                    <a:pt x="480783" y="2163"/>
                  </a:lnTo>
                  <a:lnTo>
                    <a:pt x="433880" y="8528"/>
                  </a:lnTo>
                  <a:lnTo>
                    <a:pt x="388368" y="18908"/>
                  </a:lnTo>
                  <a:lnTo>
                    <a:pt x="344434" y="33114"/>
                  </a:lnTo>
                  <a:lnTo>
                    <a:pt x="302265" y="50960"/>
                  </a:lnTo>
                  <a:lnTo>
                    <a:pt x="262049" y="72259"/>
                  </a:lnTo>
                  <a:lnTo>
                    <a:pt x="223973" y="96822"/>
                  </a:lnTo>
                  <a:lnTo>
                    <a:pt x="188226" y="124462"/>
                  </a:lnTo>
                  <a:lnTo>
                    <a:pt x="154993" y="154993"/>
                  </a:lnTo>
                  <a:lnTo>
                    <a:pt x="124462" y="188226"/>
                  </a:lnTo>
                  <a:lnTo>
                    <a:pt x="96822" y="223973"/>
                  </a:lnTo>
                  <a:lnTo>
                    <a:pt x="72259" y="262049"/>
                  </a:lnTo>
                  <a:lnTo>
                    <a:pt x="50960" y="302265"/>
                  </a:lnTo>
                  <a:lnTo>
                    <a:pt x="33114" y="344434"/>
                  </a:lnTo>
                  <a:lnTo>
                    <a:pt x="18908" y="388368"/>
                  </a:lnTo>
                  <a:lnTo>
                    <a:pt x="8528" y="433880"/>
                  </a:lnTo>
                  <a:lnTo>
                    <a:pt x="2163" y="480783"/>
                  </a:lnTo>
                  <a:lnTo>
                    <a:pt x="0" y="528889"/>
                  </a:lnTo>
                  <a:lnTo>
                    <a:pt x="2163" y="576995"/>
                  </a:lnTo>
                  <a:lnTo>
                    <a:pt x="8528" y="623898"/>
                  </a:lnTo>
                  <a:lnTo>
                    <a:pt x="18908" y="669411"/>
                  </a:lnTo>
                  <a:lnTo>
                    <a:pt x="33114" y="713345"/>
                  </a:lnTo>
                  <a:lnTo>
                    <a:pt x="50960" y="755514"/>
                  </a:lnTo>
                  <a:lnTo>
                    <a:pt x="72259" y="795730"/>
                  </a:lnTo>
                  <a:lnTo>
                    <a:pt x="96822" y="833805"/>
                  </a:lnTo>
                  <a:lnTo>
                    <a:pt x="124462" y="869553"/>
                  </a:lnTo>
                  <a:lnTo>
                    <a:pt x="154993" y="902786"/>
                  </a:lnTo>
                  <a:lnTo>
                    <a:pt x="188226" y="933316"/>
                  </a:lnTo>
                  <a:lnTo>
                    <a:pt x="223973" y="960957"/>
                  </a:lnTo>
                  <a:lnTo>
                    <a:pt x="262049" y="985520"/>
                  </a:lnTo>
                  <a:lnTo>
                    <a:pt x="302265" y="1006818"/>
                  </a:lnTo>
                  <a:lnTo>
                    <a:pt x="344434" y="1024664"/>
                  </a:lnTo>
                  <a:lnTo>
                    <a:pt x="388368" y="1038871"/>
                  </a:lnTo>
                  <a:lnTo>
                    <a:pt x="433880" y="1049251"/>
                  </a:lnTo>
                  <a:lnTo>
                    <a:pt x="480783" y="1055616"/>
                  </a:lnTo>
                  <a:lnTo>
                    <a:pt x="528889" y="1057779"/>
                  </a:lnTo>
                  <a:lnTo>
                    <a:pt x="577805" y="1055548"/>
                  </a:lnTo>
                  <a:lnTo>
                    <a:pt x="625468" y="1048986"/>
                  </a:lnTo>
                  <a:lnTo>
                    <a:pt x="671684" y="1038289"/>
                  </a:lnTo>
                  <a:lnTo>
                    <a:pt x="716255" y="1023653"/>
                  </a:lnTo>
                  <a:lnTo>
                    <a:pt x="758983" y="1005273"/>
                  </a:lnTo>
                  <a:lnTo>
                    <a:pt x="799674" y="983347"/>
                  </a:lnTo>
                  <a:lnTo>
                    <a:pt x="838128" y="958069"/>
                  </a:lnTo>
                  <a:lnTo>
                    <a:pt x="874151" y="929636"/>
                  </a:lnTo>
                  <a:lnTo>
                    <a:pt x="907544" y="898244"/>
                  </a:lnTo>
                  <a:lnTo>
                    <a:pt x="938112" y="864090"/>
                  </a:lnTo>
                  <a:lnTo>
                    <a:pt x="965656" y="827367"/>
                  </a:lnTo>
                  <a:lnTo>
                    <a:pt x="989981" y="788274"/>
                  </a:lnTo>
                  <a:lnTo>
                    <a:pt x="1010890" y="747006"/>
                  </a:lnTo>
                  <a:lnTo>
                    <a:pt x="1028185" y="703759"/>
                  </a:lnTo>
                  <a:lnTo>
                    <a:pt x="1041671" y="658729"/>
                  </a:lnTo>
                  <a:lnTo>
                    <a:pt x="1051149" y="612111"/>
                  </a:lnTo>
                  <a:lnTo>
                    <a:pt x="1056424" y="564103"/>
                  </a:lnTo>
                  <a:lnTo>
                    <a:pt x="780804" y="564103"/>
                  </a:lnTo>
                  <a:lnTo>
                    <a:pt x="780804" y="494352"/>
                  </a:lnTo>
                  <a:lnTo>
                    <a:pt x="780804" y="493674"/>
                  </a:lnTo>
                  <a:lnTo>
                    <a:pt x="1056424" y="493674"/>
                  </a:lnTo>
                  <a:lnTo>
                    <a:pt x="1051149" y="445665"/>
                  </a:lnTo>
                  <a:lnTo>
                    <a:pt x="1041671" y="399048"/>
                  </a:lnTo>
                  <a:lnTo>
                    <a:pt x="1028185" y="354018"/>
                  </a:lnTo>
                  <a:lnTo>
                    <a:pt x="1010890" y="310771"/>
                  </a:lnTo>
                  <a:lnTo>
                    <a:pt x="989981" y="269503"/>
                  </a:lnTo>
                  <a:lnTo>
                    <a:pt x="965656" y="230410"/>
                  </a:lnTo>
                  <a:lnTo>
                    <a:pt x="938112" y="193688"/>
                  </a:lnTo>
                  <a:lnTo>
                    <a:pt x="907544" y="159533"/>
                  </a:lnTo>
                  <a:lnTo>
                    <a:pt x="874151" y="128141"/>
                  </a:lnTo>
                  <a:lnTo>
                    <a:pt x="838128" y="99709"/>
                  </a:lnTo>
                  <a:lnTo>
                    <a:pt x="799674" y="74431"/>
                  </a:lnTo>
                  <a:lnTo>
                    <a:pt x="758983" y="52505"/>
                  </a:lnTo>
                  <a:lnTo>
                    <a:pt x="716255" y="34126"/>
                  </a:lnTo>
                  <a:lnTo>
                    <a:pt x="671684" y="19489"/>
                  </a:lnTo>
                  <a:lnTo>
                    <a:pt x="625468" y="8792"/>
                  </a:lnTo>
                  <a:lnTo>
                    <a:pt x="577805" y="2230"/>
                  </a:lnTo>
                  <a:lnTo>
                    <a:pt x="528889" y="0"/>
                  </a:lnTo>
                  <a:close/>
                </a:path>
              </a:pathLst>
            </a:custGeom>
            <a:solidFill>
              <a:srgbClr val="565E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20"/>
            <p:cNvGrpSpPr/>
            <p:nvPr/>
          </p:nvGrpSpPr>
          <p:grpSpPr>
            <a:xfrm>
              <a:off x="2410900" y="5158884"/>
              <a:ext cx="1436370" cy="1219835"/>
              <a:chOff x="2188946" y="3495996"/>
              <a:chExt cx="1436370" cy="1219835"/>
            </a:xfrm>
          </p:grpSpPr>
          <p:sp>
            <p:nvSpPr>
              <p:cNvPr id="21" name="object 21"/>
              <p:cNvSpPr/>
              <p:nvPr/>
            </p:nvSpPr>
            <p:spPr>
              <a:xfrm>
                <a:off x="2188946" y="3495996"/>
                <a:ext cx="1436370" cy="1219835"/>
              </a:xfrm>
              <a:custGeom>
                <a:avLst/>
                <a:gdLst/>
                <a:ahLst/>
                <a:cxnLst/>
                <a:rect l="l" t="t" r="r" b="b"/>
                <a:pathLst>
                  <a:path w="1436370" h="1219835">
                    <a:moveTo>
                      <a:pt x="252590" y="1093012"/>
                    </a:moveTo>
                    <a:lnTo>
                      <a:pt x="161848" y="1093012"/>
                    </a:lnTo>
                    <a:lnTo>
                      <a:pt x="161848" y="673163"/>
                    </a:lnTo>
                    <a:lnTo>
                      <a:pt x="91427" y="673163"/>
                    </a:lnTo>
                    <a:lnTo>
                      <a:pt x="91427" y="1093012"/>
                    </a:lnTo>
                    <a:lnTo>
                      <a:pt x="0" y="1093012"/>
                    </a:lnTo>
                    <a:lnTo>
                      <a:pt x="125958" y="1219657"/>
                    </a:lnTo>
                    <a:lnTo>
                      <a:pt x="252590" y="1093012"/>
                    </a:lnTo>
                    <a:close/>
                  </a:path>
                  <a:path w="1436370" h="1219835">
                    <a:moveTo>
                      <a:pt x="1436331" y="646049"/>
                    </a:moveTo>
                    <a:lnTo>
                      <a:pt x="1431480" y="589915"/>
                    </a:lnTo>
                    <a:lnTo>
                      <a:pt x="1424000" y="542925"/>
                    </a:lnTo>
                    <a:lnTo>
                      <a:pt x="1413332" y="497090"/>
                    </a:lnTo>
                    <a:lnTo>
                      <a:pt x="1399616" y="452501"/>
                    </a:lnTo>
                    <a:lnTo>
                      <a:pt x="1382953" y="409308"/>
                    </a:lnTo>
                    <a:lnTo>
                      <a:pt x="1363459" y="367601"/>
                    </a:lnTo>
                    <a:lnTo>
                      <a:pt x="1341259" y="327507"/>
                    </a:lnTo>
                    <a:lnTo>
                      <a:pt x="1316469" y="289140"/>
                    </a:lnTo>
                    <a:lnTo>
                      <a:pt x="1289215" y="252641"/>
                    </a:lnTo>
                    <a:lnTo>
                      <a:pt x="1259598" y="218097"/>
                    </a:lnTo>
                    <a:lnTo>
                      <a:pt x="1227759" y="185635"/>
                    </a:lnTo>
                    <a:lnTo>
                      <a:pt x="1193800" y="155384"/>
                    </a:lnTo>
                    <a:lnTo>
                      <a:pt x="1157846" y="127457"/>
                    </a:lnTo>
                    <a:lnTo>
                      <a:pt x="1120013" y="101968"/>
                    </a:lnTo>
                    <a:lnTo>
                      <a:pt x="1080414" y="79032"/>
                    </a:lnTo>
                    <a:lnTo>
                      <a:pt x="1039177" y="58775"/>
                    </a:lnTo>
                    <a:lnTo>
                      <a:pt x="996416" y="41300"/>
                    </a:lnTo>
                    <a:lnTo>
                      <a:pt x="952246" y="26746"/>
                    </a:lnTo>
                    <a:lnTo>
                      <a:pt x="906792" y="15227"/>
                    </a:lnTo>
                    <a:lnTo>
                      <a:pt x="860171" y="6845"/>
                    </a:lnTo>
                    <a:lnTo>
                      <a:pt x="812495" y="1727"/>
                    </a:lnTo>
                    <a:lnTo>
                      <a:pt x="763879" y="0"/>
                    </a:lnTo>
                    <a:lnTo>
                      <a:pt x="715810" y="1689"/>
                    </a:lnTo>
                    <a:lnTo>
                      <a:pt x="668655" y="6680"/>
                    </a:lnTo>
                    <a:lnTo>
                      <a:pt x="622541" y="14871"/>
                    </a:lnTo>
                    <a:lnTo>
                      <a:pt x="577570" y="26123"/>
                    </a:lnTo>
                    <a:lnTo>
                      <a:pt x="533857" y="40347"/>
                    </a:lnTo>
                    <a:lnTo>
                      <a:pt x="491515" y="57416"/>
                    </a:lnTo>
                    <a:lnTo>
                      <a:pt x="450659" y="77216"/>
                    </a:lnTo>
                    <a:lnTo>
                      <a:pt x="411403" y="99631"/>
                    </a:lnTo>
                    <a:lnTo>
                      <a:pt x="373862" y="124548"/>
                    </a:lnTo>
                    <a:lnTo>
                      <a:pt x="338150" y="151866"/>
                    </a:lnTo>
                    <a:lnTo>
                      <a:pt x="304368" y="181457"/>
                    </a:lnTo>
                    <a:lnTo>
                      <a:pt x="272630" y="213207"/>
                    </a:lnTo>
                    <a:lnTo>
                      <a:pt x="243078" y="247002"/>
                    </a:lnTo>
                    <a:lnTo>
                      <a:pt x="215785" y="282727"/>
                    </a:lnTo>
                    <a:lnTo>
                      <a:pt x="190893" y="320281"/>
                    </a:lnTo>
                    <a:lnTo>
                      <a:pt x="168503" y="359537"/>
                    </a:lnTo>
                    <a:lnTo>
                      <a:pt x="148742" y="400380"/>
                    </a:lnTo>
                    <a:lnTo>
                      <a:pt x="131699" y="442696"/>
                    </a:lnTo>
                    <a:lnTo>
                      <a:pt x="117500" y="486384"/>
                    </a:lnTo>
                    <a:lnTo>
                      <a:pt x="106260" y="531317"/>
                    </a:lnTo>
                    <a:lnTo>
                      <a:pt x="98094" y="577380"/>
                    </a:lnTo>
                    <a:lnTo>
                      <a:pt x="93116" y="624471"/>
                    </a:lnTo>
                    <a:lnTo>
                      <a:pt x="91427" y="672452"/>
                    </a:lnTo>
                    <a:lnTo>
                      <a:pt x="161848" y="672452"/>
                    </a:lnTo>
                    <a:lnTo>
                      <a:pt x="163664" y="625398"/>
                    </a:lnTo>
                    <a:lnTo>
                      <a:pt x="169011" y="579335"/>
                    </a:lnTo>
                    <a:lnTo>
                      <a:pt x="177749" y="534377"/>
                    </a:lnTo>
                    <a:lnTo>
                      <a:pt x="189763" y="490677"/>
                    </a:lnTo>
                    <a:lnTo>
                      <a:pt x="204914" y="448360"/>
                    </a:lnTo>
                    <a:lnTo>
                      <a:pt x="223062" y="407555"/>
                    </a:lnTo>
                    <a:lnTo>
                      <a:pt x="244068" y="368427"/>
                    </a:lnTo>
                    <a:lnTo>
                      <a:pt x="267817" y="331076"/>
                    </a:lnTo>
                    <a:lnTo>
                      <a:pt x="294157" y="295643"/>
                    </a:lnTo>
                    <a:lnTo>
                      <a:pt x="322973" y="262280"/>
                    </a:lnTo>
                    <a:lnTo>
                      <a:pt x="354126" y="231114"/>
                    </a:lnTo>
                    <a:lnTo>
                      <a:pt x="387464" y="202272"/>
                    </a:lnTo>
                    <a:lnTo>
                      <a:pt x="422871" y="175895"/>
                    </a:lnTo>
                    <a:lnTo>
                      <a:pt x="460222" y="152120"/>
                    </a:lnTo>
                    <a:lnTo>
                      <a:pt x="499364" y="131076"/>
                    </a:lnTo>
                    <a:lnTo>
                      <a:pt x="540181" y="112903"/>
                    </a:lnTo>
                    <a:lnTo>
                      <a:pt x="582523" y="97726"/>
                    </a:lnTo>
                    <a:lnTo>
                      <a:pt x="626262" y="85686"/>
                    </a:lnTo>
                    <a:lnTo>
                      <a:pt x="671271" y="76923"/>
                    </a:lnTo>
                    <a:lnTo>
                      <a:pt x="717423" y="71564"/>
                    </a:lnTo>
                    <a:lnTo>
                      <a:pt x="764565" y="69748"/>
                    </a:lnTo>
                    <a:lnTo>
                      <a:pt x="812253" y="71615"/>
                    </a:lnTo>
                    <a:lnTo>
                      <a:pt x="858926" y="77101"/>
                    </a:lnTo>
                    <a:lnTo>
                      <a:pt x="904443" y="86080"/>
                    </a:lnTo>
                    <a:lnTo>
                      <a:pt x="948664" y="98412"/>
                    </a:lnTo>
                    <a:lnTo>
                      <a:pt x="991463" y="113944"/>
                    </a:lnTo>
                    <a:lnTo>
                      <a:pt x="1032675" y="132562"/>
                    </a:lnTo>
                    <a:lnTo>
                      <a:pt x="1072184" y="154101"/>
                    </a:lnTo>
                    <a:lnTo>
                      <a:pt x="1109827" y="178435"/>
                    </a:lnTo>
                    <a:lnTo>
                      <a:pt x="1145489" y="205409"/>
                    </a:lnTo>
                    <a:lnTo>
                      <a:pt x="1179004" y="234899"/>
                    </a:lnTo>
                    <a:lnTo>
                      <a:pt x="1210246" y="266763"/>
                    </a:lnTo>
                    <a:lnTo>
                      <a:pt x="1239075" y="300863"/>
                    </a:lnTo>
                    <a:lnTo>
                      <a:pt x="1265351" y="337058"/>
                    </a:lnTo>
                    <a:lnTo>
                      <a:pt x="1288923" y="375196"/>
                    </a:lnTo>
                    <a:lnTo>
                      <a:pt x="1309662" y="415150"/>
                    </a:lnTo>
                    <a:lnTo>
                      <a:pt x="1327429" y="456780"/>
                    </a:lnTo>
                    <a:lnTo>
                      <a:pt x="1342072" y="499948"/>
                    </a:lnTo>
                    <a:lnTo>
                      <a:pt x="1353464" y="544499"/>
                    </a:lnTo>
                    <a:lnTo>
                      <a:pt x="1361452" y="590308"/>
                    </a:lnTo>
                    <a:lnTo>
                      <a:pt x="1365910" y="637235"/>
                    </a:lnTo>
                    <a:lnTo>
                      <a:pt x="1016469" y="637235"/>
                    </a:lnTo>
                    <a:lnTo>
                      <a:pt x="1016469" y="706996"/>
                    </a:lnTo>
                    <a:lnTo>
                      <a:pt x="1389608" y="706996"/>
                    </a:lnTo>
                    <a:lnTo>
                      <a:pt x="1405077" y="704342"/>
                    </a:lnTo>
                    <a:lnTo>
                      <a:pt x="1418386" y="697001"/>
                    </a:lnTo>
                    <a:lnTo>
                      <a:pt x="1428648" y="685850"/>
                    </a:lnTo>
                    <a:lnTo>
                      <a:pt x="1434985" y="671779"/>
                    </a:lnTo>
                    <a:lnTo>
                      <a:pt x="1436331" y="665683"/>
                    </a:lnTo>
                    <a:lnTo>
                      <a:pt x="1436331" y="646049"/>
                    </a:lnTo>
                    <a:close/>
                  </a:path>
                </a:pathLst>
              </a:custGeom>
              <a:solidFill>
                <a:srgbClr val="565E6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2687675" y="3922243"/>
                <a:ext cx="533400" cy="49657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6570">
                    <a:moveTo>
                      <a:pt x="68852" y="292099"/>
                    </a:moveTo>
                    <a:lnTo>
                      <a:pt x="58106" y="292099"/>
                    </a:lnTo>
                    <a:lnTo>
                      <a:pt x="54654" y="293369"/>
                    </a:lnTo>
                    <a:lnTo>
                      <a:pt x="12944" y="317499"/>
                    </a:lnTo>
                    <a:lnTo>
                      <a:pt x="6944" y="321309"/>
                    </a:lnTo>
                    <a:lnTo>
                      <a:pt x="2798" y="327659"/>
                    </a:lnTo>
                    <a:lnTo>
                      <a:pt x="0" y="341630"/>
                    </a:lnTo>
                    <a:lnTo>
                      <a:pt x="1459" y="349249"/>
                    </a:lnTo>
                    <a:lnTo>
                      <a:pt x="5463" y="354330"/>
                    </a:lnTo>
                    <a:lnTo>
                      <a:pt x="82936" y="482599"/>
                    </a:lnTo>
                    <a:lnTo>
                      <a:pt x="86556" y="488949"/>
                    </a:lnTo>
                    <a:lnTo>
                      <a:pt x="92410" y="494030"/>
                    </a:lnTo>
                    <a:lnTo>
                      <a:pt x="99377" y="495299"/>
                    </a:lnTo>
                    <a:lnTo>
                      <a:pt x="102114" y="496569"/>
                    </a:lnTo>
                    <a:lnTo>
                      <a:pt x="116362" y="496569"/>
                    </a:lnTo>
                    <a:lnTo>
                      <a:pt x="120023" y="494030"/>
                    </a:lnTo>
                    <a:lnTo>
                      <a:pt x="139339" y="482599"/>
                    </a:lnTo>
                    <a:lnTo>
                      <a:pt x="104109" y="482599"/>
                    </a:lnTo>
                    <a:lnTo>
                      <a:pt x="100507" y="481330"/>
                    </a:lnTo>
                    <a:lnTo>
                      <a:pt x="97495" y="478789"/>
                    </a:lnTo>
                    <a:lnTo>
                      <a:pt x="95663" y="474980"/>
                    </a:lnTo>
                    <a:lnTo>
                      <a:pt x="18190" y="347980"/>
                    </a:lnTo>
                    <a:lnTo>
                      <a:pt x="16229" y="345439"/>
                    </a:lnTo>
                    <a:lnTo>
                      <a:pt x="15383" y="341630"/>
                    </a:lnTo>
                    <a:lnTo>
                      <a:pt x="16262" y="335280"/>
                    </a:lnTo>
                    <a:lnTo>
                      <a:pt x="17954" y="331469"/>
                    </a:lnTo>
                    <a:lnTo>
                      <a:pt x="20555" y="330199"/>
                    </a:lnTo>
                    <a:lnTo>
                      <a:pt x="60431" y="307339"/>
                    </a:lnTo>
                    <a:lnTo>
                      <a:pt x="61831" y="306069"/>
                    </a:lnTo>
                    <a:lnTo>
                      <a:pt x="88241" y="306069"/>
                    </a:lnTo>
                    <a:lnTo>
                      <a:pt x="84617" y="299719"/>
                    </a:lnTo>
                    <a:lnTo>
                      <a:pt x="78936" y="295909"/>
                    </a:lnTo>
                    <a:lnTo>
                      <a:pt x="68852" y="292099"/>
                    </a:lnTo>
                    <a:close/>
                  </a:path>
                  <a:path w="533400" h="496570">
                    <a:moveTo>
                      <a:pt x="169326" y="264159"/>
                    </a:moveTo>
                    <a:lnTo>
                      <a:pt x="129327" y="276859"/>
                    </a:lnTo>
                    <a:lnTo>
                      <a:pt x="88241" y="306069"/>
                    </a:lnTo>
                    <a:lnTo>
                      <a:pt x="66171" y="306069"/>
                    </a:lnTo>
                    <a:lnTo>
                      <a:pt x="67513" y="307339"/>
                    </a:lnTo>
                    <a:lnTo>
                      <a:pt x="71117" y="308609"/>
                    </a:lnTo>
                    <a:lnTo>
                      <a:pt x="74126" y="311149"/>
                    </a:lnTo>
                    <a:lnTo>
                      <a:pt x="75952" y="313689"/>
                    </a:lnTo>
                    <a:lnTo>
                      <a:pt x="153408" y="441959"/>
                    </a:lnTo>
                    <a:lnTo>
                      <a:pt x="155369" y="444500"/>
                    </a:lnTo>
                    <a:lnTo>
                      <a:pt x="156219" y="447039"/>
                    </a:lnTo>
                    <a:lnTo>
                      <a:pt x="155349" y="454659"/>
                    </a:lnTo>
                    <a:lnTo>
                      <a:pt x="153662" y="457199"/>
                    </a:lnTo>
                    <a:lnTo>
                      <a:pt x="151066" y="458469"/>
                    </a:lnTo>
                    <a:lnTo>
                      <a:pt x="111183" y="482599"/>
                    </a:lnTo>
                    <a:lnTo>
                      <a:pt x="139339" y="482599"/>
                    </a:lnTo>
                    <a:lnTo>
                      <a:pt x="158654" y="471169"/>
                    </a:lnTo>
                    <a:lnTo>
                      <a:pt x="164223" y="467359"/>
                    </a:lnTo>
                    <a:lnTo>
                      <a:pt x="168219" y="462280"/>
                    </a:lnTo>
                    <a:lnTo>
                      <a:pt x="171538" y="449580"/>
                    </a:lnTo>
                    <a:lnTo>
                      <a:pt x="170744" y="443229"/>
                    </a:lnTo>
                    <a:lnTo>
                      <a:pt x="167649" y="436879"/>
                    </a:lnTo>
                    <a:lnTo>
                      <a:pt x="185929" y="426719"/>
                    </a:lnTo>
                    <a:lnTo>
                      <a:pt x="188686" y="425450"/>
                    </a:lnTo>
                    <a:lnTo>
                      <a:pt x="191978" y="424179"/>
                    </a:lnTo>
                    <a:lnTo>
                      <a:pt x="160262" y="424179"/>
                    </a:lnTo>
                    <a:lnTo>
                      <a:pt x="95935" y="318769"/>
                    </a:lnTo>
                    <a:lnTo>
                      <a:pt x="133397" y="290829"/>
                    </a:lnTo>
                    <a:lnTo>
                      <a:pt x="169248" y="278129"/>
                    </a:lnTo>
                    <a:lnTo>
                      <a:pt x="234856" y="278129"/>
                    </a:lnTo>
                    <a:lnTo>
                      <a:pt x="208111" y="265429"/>
                    </a:lnTo>
                    <a:lnTo>
                      <a:pt x="169326" y="264159"/>
                    </a:lnTo>
                    <a:close/>
                  </a:path>
                  <a:path w="533400" h="496570">
                    <a:moveTo>
                      <a:pt x="190729" y="408939"/>
                    </a:moveTo>
                    <a:lnTo>
                      <a:pt x="184031" y="410209"/>
                    </a:lnTo>
                    <a:lnTo>
                      <a:pt x="178359" y="414019"/>
                    </a:lnTo>
                    <a:lnTo>
                      <a:pt x="160262" y="424179"/>
                    </a:lnTo>
                    <a:lnTo>
                      <a:pt x="195185" y="424179"/>
                    </a:lnTo>
                    <a:lnTo>
                      <a:pt x="330096" y="443229"/>
                    </a:lnTo>
                    <a:lnTo>
                      <a:pt x="351676" y="443229"/>
                    </a:lnTo>
                    <a:lnTo>
                      <a:pt x="364755" y="439419"/>
                    </a:lnTo>
                    <a:lnTo>
                      <a:pt x="377012" y="433069"/>
                    </a:lnTo>
                    <a:lnTo>
                      <a:pt x="382580" y="429259"/>
                    </a:lnTo>
                    <a:lnTo>
                      <a:pt x="328239" y="429259"/>
                    </a:lnTo>
                    <a:lnTo>
                      <a:pt x="197284" y="410209"/>
                    </a:lnTo>
                    <a:lnTo>
                      <a:pt x="190729" y="408939"/>
                    </a:lnTo>
                    <a:close/>
                  </a:path>
                  <a:path w="533400" h="496570">
                    <a:moveTo>
                      <a:pt x="524105" y="262889"/>
                    </a:moveTo>
                    <a:lnTo>
                      <a:pt x="494419" y="262889"/>
                    </a:lnTo>
                    <a:lnTo>
                      <a:pt x="497966" y="264159"/>
                    </a:lnTo>
                    <a:lnTo>
                      <a:pt x="501193" y="264159"/>
                    </a:lnTo>
                    <a:lnTo>
                      <a:pt x="504275" y="265429"/>
                    </a:lnTo>
                    <a:lnTo>
                      <a:pt x="509769" y="269239"/>
                    </a:lnTo>
                    <a:lnTo>
                      <a:pt x="512121" y="271779"/>
                    </a:lnTo>
                    <a:lnTo>
                      <a:pt x="513934" y="274319"/>
                    </a:lnTo>
                    <a:lnTo>
                      <a:pt x="517726" y="279399"/>
                    </a:lnTo>
                    <a:lnTo>
                      <a:pt x="519194" y="287019"/>
                    </a:lnTo>
                    <a:lnTo>
                      <a:pt x="516905" y="299719"/>
                    </a:lnTo>
                    <a:lnTo>
                      <a:pt x="513231" y="306069"/>
                    </a:lnTo>
                    <a:lnTo>
                      <a:pt x="507747" y="309880"/>
                    </a:lnTo>
                    <a:lnTo>
                      <a:pt x="378691" y="415289"/>
                    </a:lnTo>
                    <a:lnTo>
                      <a:pt x="373327" y="419100"/>
                    </a:lnTo>
                    <a:lnTo>
                      <a:pt x="367563" y="422909"/>
                    </a:lnTo>
                    <a:lnTo>
                      <a:pt x="361451" y="425450"/>
                    </a:lnTo>
                    <a:lnTo>
                      <a:pt x="355045" y="426719"/>
                    </a:lnTo>
                    <a:lnTo>
                      <a:pt x="348437" y="429259"/>
                    </a:lnTo>
                    <a:lnTo>
                      <a:pt x="382580" y="429259"/>
                    </a:lnTo>
                    <a:lnTo>
                      <a:pt x="388148" y="425450"/>
                    </a:lnTo>
                    <a:lnTo>
                      <a:pt x="517204" y="321309"/>
                    </a:lnTo>
                    <a:lnTo>
                      <a:pt x="533253" y="288289"/>
                    </a:lnTo>
                    <a:lnTo>
                      <a:pt x="532323" y="280669"/>
                    </a:lnTo>
                    <a:lnTo>
                      <a:pt x="529985" y="273049"/>
                    </a:lnTo>
                    <a:lnTo>
                      <a:pt x="526282" y="266699"/>
                    </a:lnTo>
                    <a:lnTo>
                      <a:pt x="524105" y="262889"/>
                    </a:lnTo>
                    <a:close/>
                  </a:path>
                  <a:path w="533400" h="496570">
                    <a:moveTo>
                      <a:pt x="234856" y="278129"/>
                    </a:moveTo>
                    <a:lnTo>
                      <a:pt x="169248" y="278129"/>
                    </a:lnTo>
                    <a:lnTo>
                      <a:pt x="203723" y="279399"/>
                    </a:lnTo>
                    <a:lnTo>
                      <a:pt x="237056" y="294639"/>
                    </a:lnTo>
                    <a:lnTo>
                      <a:pt x="254250" y="303530"/>
                    </a:lnTo>
                    <a:lnTo>
                      <a:pt x="277309" y="311149"/>
                    </a:lnTo>
                    <a:lnTo>
                      <a:pt x="302851" y="317499"/>
                    </a:lnTo>
                    <a:lnTo>
                      <a:pt x="327494" y="322580"/>
                    </a:lnTo>
                    <a:lnTo>
                      <a:pt x="343012" y="326389"/>
                    </a:lnTo>
                    <a:lnTo>
                      <a:pt x="351701" y="327659"/>
                    </a:lnTo>
                    <a:lnTo>
                      <a:pt x="354546" y="330199"/>
                    </a:lnTo>
                    <a:lnTo>
                      <a:pt x="359537" y="332739"/>
                    </a:lnTo>
                    <a:lnTo>
                      <a:pt x="361633" y="335280"/>
                    </a:lnTo>
                    <a:lnTo>
                      <a:pt x="363747" y="339089"/>
                    </a:lnTo>
                    <a:lnTo>
                      <a:pt x="366688" y="344169"/>
                    </a:lnTo>
                    <a:lnTo>
                      <a:pt x="342996" y="374649"/>
                    </a:lnTo>
                    <a:lnTo>
                      <a:pt x="285531" y="374649"/>
                    </a:lnTo>
                    <a:lnTo>
                      <a:pt x="286437" y="375919"/>
                    </a:lnTo>
                    <a:lnTo>
                      <a:pt x="287396" y="375919"/>
                    </a:lnTo>
                    <a:lnTo>
                      <a:pt x="333183" y="387349"/>
                    </a:lnTo>
                    <a:lnTo>
                      <a:pt x="340730" y="388619"/>
                    </a:lnTo>
                    <a:lnTo>
                      <a:pt x="377722" y="367030"/>
                    </a:lnTo>
                    <a:lnTo>
                      <a:pt x="382179" y="353059"/>
                    </a:lnTo>
                    <a:lnTo>
                      <a:pt x="382073" y="350519"/>
                    </a:lnTo>
                    <a:lnTo>
                      <a:pt x="381967" y="347980"/>
                    </a:lnTo>
                    <a:lnTo>
                      <a:pt x="381861" y="345439"/>
                    </a:lnTo>
                    <a:lnTo>
                      <a:pt x="379425" y="337819"/>
                    </a:lnTo>
                    <a:lnTo>
                      <a:pt x="397258" y="325119"/>
                    </a:lnTo>
                    <a:lnTo>
                      <a:pt x="372115" y="325119"/>
                    </a:lnTo>
                    <a:lnTo>
                      <a:pt x="366974" y="320039"/>
                    </a:lnTo>
                    <a:lnTo>
                      <a:pt x="360033" y="314959"/>
                    </a:lnTo>
                    <a:lnTo>
                      <a:pt x="346424" y="312419"/>
                    </a:lnTo>
                    <a:lnTo>
                      <a:pt x="330717" y="308609"/>
                    </a:lnTo>
                    <a:lnTo>
                      <a:pt x="307761" y="303530"/>
                    </a:lnTo>
                    <a:lnTo>
                      <a:pt x="283332" y="297180"/>
                    </a:lnTo>
                    <a:lnTo>
                      <a:pt x="261305" y="290829"/>
                    </a:lnTo>
                    <a:lnTo>
                      <a:pt x="234856" y="278129"/>
                    </a:lnTo>
                    <a:close/>
                  </a:path>
                  <a:path w="533400" h="496570">
                    <a:moveTo>
                      <a:pt x="291045" y="361949"/>
                    </a:moveTo>
                    <a:lnTo>
                      <a:pt x="286208" y="361949"/>
                    </a:lnTo>
                    <a:lnTo>
                      <a:pt x="284503" y="363219"/>
                    </a:lnTo>
                    <a:lnTo>
                      <a:pt x="283758" y="363219"/>
                    </a:lnTo>
                    <a:lnTo>
                      <a:pt x="282569" y="365759"/>
                    </a:lnTo>
                    <a:lnTo>
                      <a:pt x="282138" y="365759"/>
                    </a:lnTo>
                    <a:lnTo>
                      <a:pt x="281601" y="368299"/>
                    </a:lnTo>
                    <a:lnTo>
                      <a:pt x="281894" y="370839"/>
                    </a:lnTo>
                    <a:lnTo>
                      <a:pt x="282233" y="372109"/>
                    </a:lnTo>
                    <a:lnTo>
                      <a:pt x="283258" y="373380"/>
                    </a:lnTo>
                    <a:lnTo>
                      <a:pt x="283933" y="374649"/>
                    </a:lnTo>
                    <a:lnTo>
                      <a:pt x="342996" y="374649"/>
                    </a:lnTo>
                    <a:lnTo>
                      <a:pt x="336832" y="373380"/>
                    </a:lnTo>
                    <a:lnTo>
                      <a:pt x="291045" y="361949"/>
                    </a:lnTo>
                    <a:close/>
                  </a:path>
                  <a:path w="533400" h="496570">
                    <a:moveTo>
                      <a:pt x="495097" y="248919"/>
                    </a:moveTo>
                    <a:lnTo>
                      <a:pt x="489432" y="248919"/>
                    </a:lnTo>
                    <a:lnTo>
                      <a:pt x="478493" y="251459"/>
                    </a:lnTo>
                    <a:lnTo>
                      <a:pt x="473333" y="253999"/>
                    </a:lnTo>
                    <a:lnTo>
                      <a:pt x="468792" y="256539"/>
                    </a:lnTo>
                    <a:lnTo>
                      <a:pt x="372115" y="325119"/>
                    </a:lnTo>
                    <a:lnTo>
                      <a:pt x="397258" y="325119"/>
                    </a:lnTo>
                    <a:lnTo>
                      <a:pt x="477509" y="267969"/>
                    </a:lnTo>
                    <a:lnTo>
                      <a:pt x="480429" y="266699"/>
                    </a:lnTo>
                    <a:lnTo>
                      <a:pt x="483747" y="265429"/>
                    </a:lnTo>
                    <a:lnTo>
                      <a:pt x="490779" y="262889"/>
                    </a:lnTo>
                    <a:lnTo>
                      <a:pt x="524105" y="262889"/>
                    </a:lnTo>
                    <a:lnTo>
                      <a:pt x="523379" y="261619"/>
                    </a:lnTo>
                    <a:lnTo>
                      <a:pt x="519604" y="257809"/>
                    </a:lnTo>
                    <a:lnTo>
                      <a:pt x="510774" y="252729"/>
                    </a:lnTo>
                    <a:lnTo>
                      <a:pt x="505814" y="250189"/>
                    </a:lnTo>
                    <a:lnTo>
                      <a:pt x="500615" y="250189"/>
                    </a:lnTo>
                    <a:lnTo>
                      <a:pt x="495097" y="248919"/>
                    </a:lnTo>
                    <a:close/>
                  </a:path>
                  <a:path w="533400" h="496570">
                    <a:moveTo>
                      <a:pt x="343667" y="0"/>
                    </a:moveTo>
                    <a:lnTo>
                      <a:pt x="305288" y="3809"/>
                    </a:lnTo>
                    <a:lnTo>
                      <a:pt x="269468" y="19049"/>
                    </a:lnTo>
                    <a:lnTo>
                      <a:pt x="227694" y="57149"/>
                    </a:lnTo>
                    <a:lnTo>
                      <a:pt x="206921" y="109219"/>
                    </a:lnTo>
                    <a:lnTo>
                      <a:pt x="206347" y="116839"/>
                    </a:lnTo>
                    <a:lnTo>
                      <a:pt x="206252" y="118109"/>
                    </a:lnTo>
                    <a:lnTo>
                      <a:pt x="206156" y="119379"/>
                    </a:lnTo>
                    <a:lnTo>
                      <a:pt x="206061" y="120649"/>
                    </a:lnTo>
                    <a:lnTo>
                      <a:pt x="205965" y="121919"/>
                    </a:lnTo>
                    <a:lnTo>
                      <a:pt x="205869" y="123189"/>
                    </a:lnTo>
                    <a:lnTo>
                      <a:pt x="205774" y="124459"/>
                    </a:lnTo>
                    <a:lnTo>
                      <a:pt x="205678" y="125729"/>
                    </a:lnTo>
                    <a:lnTo>
                      <a:pt x="205583" y="126999"/>
                    </a:lnTo>
                    <a:lnTo>
                      <a:pt x="205487" y="128269"/>
                    </a:lnTo>
                    <a:lnTo>
                      <a:pt x="208067" y="153669"/>
                    </a:lnTo>
                    <a:lnTo>
                      <a:pt x="227669" y="199389"/>
                    </a:lnTo>
                    <a:lnTo>
                      <a:pt x="264180" y="234949"/>
                    </a:lnTo>
                    <a:lnTo>
                      <a:pt x="311431" y="253999"/>
                    </a:lnTo>
                    <a:lnTo>
                      <a:pt x="337246" y="256539"/>
                    </a:lnTo>
                    <a:lnTo>
                      <a:pt x="356631" y="255269"/>
                    </a:lnTo>
                    <a:lnTo>
                      <a:pt x="375496" y="251459"/>
                    </a:lnTo>
                    <a:lnTo>
                      <a:pt x="393537" y="245109"/>
                    </a:lnTo>
                    <a:lnTo>
                      <a:pt x="397765" y="242569"/>
                    </a:lnTo>
                    <a:lnTo>
                      <a:pt x="342944" y="242569"/>
                    </a:lnTo>
                    <a:lnTo>
                      <a:pt x="325784" y="241299"/>
                    </a:lnTo>
                    <a:lnTo>
                      <a:pt x="277070" y="226059"/>
                    </a:lnTo>
                    <a:lnTo>
                      <a:pt x="239984" y="191769"/>
                    </a:lnTo>
                    <a:lnTo>
                      <a:pt x="221544" y="144779"/>
                    </a:lnTo>
                    <a:lnTo>
                      <a:pt x="220272" y="128269"/>
                    </a:lnTo>
                    <a:lnTo>
                      <a:pt x="222560" y="106679"/>
                    </a:lnTo>
                    <a:lnTo>
                      <a:pt x="239961" y="66039"/>
                    </a:lnTo>
                    <a:lnTo>
                      <a:pt x="272376" y="34289"/>
                    </a:lnTo>
                    <a:lnTo>
                      <a:pt x="314327" y="16509"/>
                    </a:lnTo>
                    <a:lnTo>
                      <a:pt x="337246" y="15239"/>
                    </a:lnTo>
                    <a:lnTo>
                      <a:pt x="399367" y="15239"/>
                    </a:lnTo>
                    <a:lnTo>
                      <a:pt x="381693" y="7619"/>
                    </a:lnTo>
                    <a:lnTo>
                      <a:pt x="362960" y="2539"/>
                    </a:lnTo>
                    <a:lnTo>
                      <a:pt x="343667" y="0"/>
                    </a:lnTo>
                    <a:close/>
                  </a:path>
                  <a:path w="533400" h="496570">
                    <a:moveTo>
                      <a:pt x="399367" y="15239"/>
                    </a:moveTo>
                    <a:lnTo>
                      <a:pt x="337246" y="15239"/>
                    </a:lnTo>
                    <a:lnTo>
                      <a:pt x="354456" y="16509"/>
                    </a:lnTo>
                    <a:lnTo>
                      <a:pt x="371204" y="19049"/>
                    </a:lnTo>
                    <a:lnTo>
                      <a:pt x="415842" y="44449"/>
                    </a:lnTo>
                    <a:lnTo>
                      <a:pt x="445326" y="85089"/>
                    </a:lnTo>
                    <a:lnTo>
                      <a:pt x="453880" y="125729"/>
                    </a:lnTo>
                    <a:lnTo>
                      <a:pt x="454002" y="130809"/>
                    </a:lnTo>
                    <a:lnTo>
                      <a:pt x="440419" y="182879"/>
                    </a:lnTo>
                    <a:lnTo>
                      <a:pt x="406899" y="219709"/>
                    </a:lnTo>
                    <a:lnTo>
                      <a:pt x="360072" y="240029"/>
                    </a:lnTo>
                    <a:lnTo>
                      <a:pt x="342944" y="242569"/>
                    </a:lnTo>
                    <a:lnTo>
                      <a:pt x="397765" y="242569"/>
                    </a:lnTo>
                    <a:lnTo>
                      <a:pt x="439104" y="209549"/>
                    </a:lnTo>
                    <a:lnTo>
                      <a:pt x="465079" y="160019"/>
                    </a:lnTo>
                    <a:lnTo>
                      <a:pt x="468477" y="137159"/>
                    </a:lnTo>
                    <a:lnTo>
                      <a:pt x="468573" y="133349"/>
                    </a:lnTo>
                    <a:lnTo>
                      <a:pt x="468637" y="130809"/>
                    </a:lnTo>
                    <a:lnTo>
                      <a:pt x="468733" y="126999"/>
                    </a:lnTo>
                    <a:lnTo>
                      <a:pt x="468829" y="123189"/>
                    </a:lnTo>
                    <a:lnTo>
                      <a:pt x="468860" y="121919"/>
                    </a:lnTo>
                    <a:lnTo>
                      <a:pt x="466485" y="104139"/>
                    </a:lnTo>
                    <a:lnTo>
                      <a:pt x="443119" y="52069"/>
                    </a:lnTo>
                    <a:lnTo>
                      <a:pt x="415704" y="25399"/>
                    </a:lnTo>
                    <a:lnTo>
                      <a:pt x="399367" y="15239"/>
                    </a:lnTo>
                    <a:close/>
                  </a:path>
                  <a:path w="533400" h="496570">
                    <a:moveTo>
                      <a:pt x="342136" y="30479"/>
                    </a:moveTo>
                    <a:lnTo>
                      <a:pt x="298799" y="38099"/>
                    </a:lnTo>
                    <a:lnTo>
                      <a:pt x="262831" y="63499"/>
                    </a:lnTo>
                    <a:lnTo>
                      <a:pt x="241104" y="100329"/>
                    </a:lnTo>
                    <a:lnTo>
                      <a:pt x="237474" y="119379"/>
                    </a:lnTo>
                    <a:lnTo>
                      <a:pt x="237374" y="120649"/>
                    </a:lnTo>
                    <a:lnTo>
                      <a:pt x="237275" y="121919"/>
                    </a:lnTo>
                    <a:lnTo>
                      <a:pt x="237176" y="123189"/>
                    </a:lnTo>
                    <a:lnTo>
                      <a:pt x="237076" y="124459"/>
                    </a:lnTo>
                    <a:lnTo>
                      <a:pt x="236977" y="125729"/>
                    </a:lnTo>
                    <a:lnTo>
                      <a:pt x="236878" y="126999"/>
                    </a:lnTo>
                    <a:lnTo>
                      <a:pt x="236778" y="128269"/>
                    </a:lnTo>
                    <a:lnTo>
                      <a:pt x="244456" y="166369"/>
                    </a:lnTo>
                    <a:lnTo>
                      <a:pt x="266238" y="198119"/>
                    </a:lnTo>
                    <a:lnTo>
                      <a:pt x="298816" y="218439"/>
                    </a:lnTo>
                    <a:lnTo>
                      <a:pt x="337246" y="226059"/>
                    </a:lnTo>
                    <a:lnTo>
                      <a:pt x="352027" y="224789"/>
                    </a:lnTo>
                    <a:lnTo>
                      <a:pt x="366410" y="222249"/>
                    </a:lnTo>
                    <a:lnTo>
                      <a:pt x="380165" y="217169"/>
                    </a:lnTo>
                    <a:lnTo>
                      <a:pt x="388764" y="212089"/>
                    </a:lnTo>
                    <a:lnTo>
                      <a:pt x="328843" y="212089"/>
                    </a:lnTo>
                    <a:lnTo>
                      <a:pt x="316455" y="209549"/>
                    </a:lnTo>
                    <a:lnTo>
                      <a:pt x="273779" y="184149"/>
                    </a:lnTo>
                    <a:lnTo>
                      <a:pt x="252495" y="140969"/>
                    </a:lnTo>
                    <a:lnTo>
                      <a:pt x="251563" y="128269"/>
                    </a:lnTo>
                    <a:lnTo>
                      <a:pt x="253237" y="111759"/>
                    </a:lnTo>
                    <a:lnTo>
                      <a:pt x="276680" y="69849"/>
                    </a:lnTo>
                    <a:lnTo>
                      <a:pt x="320457" y="46989"/>
                    </a:lnTo>
                    <a:lnTo>
                      <a:pt x="337246" y="45719"/>
                    </a:lnTo>
                    <a:lnTo>
                      <a:pt x="390834" y="45719"/>
                    </a:lnTo>
                    <a:lnTo>
                      <a:pt x="384606" y="41909"/>
                    </a:lnTo>
                    <a:lnTo>
                      <a:pt x="371130" y="36829"/>
                    </a:lnTo>
                    <a:lnTo>
                      <a:pt x="356846" y="33019"/>
                    </a:lnTo>
                    <a:lnTo>
                      <a:pt x="342136" y="30479"/>
                    </a:lnTo>
                    <a:close/>
                  </a:path>
                  <a:path w="533400" h="496570">
                    <a:moveTo>
                      <a:pt x="390834" y="45719"/>
                    </a:moveTo>
                    <a:lnTo>
                      <a:pt x="349852" y="45719"/>
                    </a:lnTo>
                    <a:lnTo>
                      <a:pt x="362118" y="48259"/>
                    </a:lnTo>
                    <a:lnTo>
                      <a:pt x="373850" y="53339"/>
                    </a:lnTo>
                    <a:lnTo>
                      <a:pt x="410721" y="85089"/>
                    </a:lnTo>
                    <a:lnTo>
                      <a:pt x="422620" y="124459"/>
                    </a:lnTo>
                    <a:lnTo>
                      <a:pt x="422723" y="128269"/>
                    </a:lnTo>
                    <a:lnTo>
                      <a:pt x="412810" y="167639"/>
                    </a:lnTo>
                    <a:lnTo>
                      <a:pt x="377633" y="201929"/>
                    </a:lnTo>
                    <a:lnTo>
                      <a:pt x="341412" y="212089"/>
                    </a:lnTo>
                    <a:lnTo>
                      <a:pt x="388764" y="212089"/>
                    </a:lnTo>
                    <a:lnTo>
                      <a:pt x="423399" y="179069"/>
                    </a:lnTo>
                    <a:lnTo>
                      <a:pt x="437230" y="138429"/>
                    </a:lnTo>
                    <a:lnTo>
                      <a:pt x="437351" y="133349"/>
                    </a:lnTo>
                    <a:lnTo>
                      <a:pt x="437473" y="128269"/>
                    </a:lnTo>
                    <a:lnTo>
                      <a:pt x="425850" y="82549"/>
                    </a:lnTo>
                    <a:lnTo>
                      <a:pt x="397062" y="49529"/>
                    </a:lnTo>
                    <a:lnTo>
                      <a:pt x="390834" y="45719"/>
                    </a:lnTo>
                    <a:close/>
                  </a:path>
                  <a:path w="533400" h="496570">
                    <a:moveTo>
                      <a:pt x="339212" y="53339"/>
                    </a:moveTo>
                    <a:lnTo>
                      <a:pt x="335291" y="53339"/>
                    </a:lnTo>
                    <a:lnTo>
                      <a:pt x="333411" y="54609"/>
                    </a:lnTo>
                    <a:lnTo>
                      <a:pt x="330638" y="57149"/>
                    </a:lnTo>
                    <a:lnTo>
                      <a:pt x="329859" y="58419"/>
                    </a:lnTo>
                    <a:lnTo>
                      <a:pt x="329859" y="106679"/>
                    </a:lnTo>
                    <a:lnTo>
                      <a:pt x="324470" y="107949"/>
                    </a:lnTo>
                    <a:lnTo>
                      <a:pt x="319886" y="111759"/>
                    </a:lnTo>
                    <a:lnTo>
                      <a:pt x="313973" y="120649"/>
                    </a:lnTo>
                    <a:lnTo>
                      <a:pt x="312838" y="126999"/>
                    </a:lnTo>
                    <a:lnTo>
                      <a:pt x="314619" y="137159"/>
                    </a:lnTo>
                    <a:lnTo>
                      <a:pt x="317477" y="142239"/>
                    </a:lnTo>
                    <a:lnTo>
                      <a:pt x="326100" y="149859"/>
                    </a:lnTo>
                    <a:lnTo>
                      <a:pt x="331583" y="151129"/>
                    </a:lnTo>
                    <a:lnTo>
                      <a:pt x="342268" y="151129"/>
                    </a:lnTo>
                    <a:lnTo>
                      <a:pt x="347160" y="149859"/>
                    </a:lnTo>
                    <a:lnTo>
                      <a:pt x="355290" y="144779"/>
                    </a:lnTo>
                    <a:lnTo>
                      <a:pt x="358320" y="140969"/>
                    </a:lnTo>
                    <a:lnTo>
                      <a:pt x="359494" y="137159"/>
                    </a:lnTo>
                    <a:lnTo>
                      <a:pt x="335439" y="137159"/>
                    </a:lnTo>
                    <a:lnTo>
                      <a:pt x="332136" y="135889"/>
                    </a:lnTo>
                    <a:lnTo>
                      <a:pt x="330725" y="134619"/>
                    </a:lnTo>
                    <a:lnTo>
                      <a:pt x="328739" y="132079"/>
                    </a:lnTo>
                    <a:lnTo>
                      <a:pt x="328209" y="130809"/>
                    </a:lnTo>
                    <a:lnTo>
                      <a:pt x="328211" y="125729"/>
                    </a:lnTo>
                    <a:lnTo>
                      <a:pt x="329163" y="124459"/>
                    </a:lnTo>
                    <a:lnTo>
                      <a:pt x="332551" y="120649"/>
                    </a:lnTo>
                    <a:lnTo>
                      <a:pt x="334849" y="119379"/>
                    </a:lnTo>
                    <a:lnTo>
                      <a:pt x="359106" y="119379"/>
                    </a:lnTo>
                    <a:lnTo>
                      <a:pt x="358717" y="118109"/>
                    </a:lnTo>
                    <a:lnTo>
                      <a:pt x="356729" y="114299"/>
                    </a:lnTo>
                    <a:lnTo>
                      <a:pt x="351435" y="109219"/>
                    </a:lnTo>
                    <a:lnTo>
                      <a:pt x="348202" y="107949"/>
                    </a:lnTo>
                    <a:lnTo>
                      <a:pt x="344644" y="106679"/>
                    </a:lnTo>
                    <a:lnTo>
                      <a:pt x="344644" y="58419"/>
                    </a:lnTo>
                    <a:lnTo>
                      <a:pt x="343865" y="57149"/>
                    </a:lnTo>
                    <a:lnTo>
                      <a:pt x="341093" y="54609"/>
                    </a:lnTo>
                    <a:lnTo>
                      <a:pt x="339212" y="53339"/>
                    </a:lnTo>
                    <a:close/>
                  </a:path>
                  <a:path w="533400" h="496570">
                    <a:moveTo>
                      <a:pt x="359106" y="119379"/>
                    </a:moveTo>
                    <a:lnTo>
                      <a:pt x="339033" y="119379"/>
                    </a:lnTo>
                    <a:lnTo>
                      <a:pt x="340780" y="120649"/>
                    </a:lnTo>
                    <a:lnTo>
                      <a:pt x="343752" y="121919"/>
                    </a:lnTo>
                    <a:lnTo>
                      <a:pt x="344911" y="123189"/>
                    </a:lnTo>
                    <a:lnTo>
                      <a:pt x="346279" y="126999"/>
                    </a:lnTo>
                    <a:lnTo>
                      <a:pt x="346457" y="128269"/>
                    </a:lnTo>
                    <a:lnTo>
                      <a:pt x="345760" y="132079"/>
                    </a:lnTo>
                    <a:lnTo>
                      <a:pt x="344899" y="133349"/>
                    </a:lnTo>
                    <a:lnTo>
                      <a:pt x="342372" y="135889"/>
                    </a:lnTo>
                    <a:lnTo>
                      <a:pt x="340762" y="137159"/>
                    </a:lnTo>
                    <a:lnTo>
                      <a:pt x="359494" y="137159"/>
                    </a:lnTo>
                    <a:lnTo>
                      <a:pt x="359885" y="135889"/>
                    </a:lnTo>
                    <a:lnTo>
                      <a:pt x="394721" y="135889"/>
                    </a:lnTo>
                    <a:lnTo>
                      <a:pt x="396602" y="134619"/>
                    </a:lnTo>
                    <a:lnTo>
                      <a:pt x="399375" y="132079"/>
                    </a:lnTo>
                    <a:lnTo>
                      <a:pt x="400153" y="130809"/>
                    </a:lnTo>
                    <a:lnTo>
                      <a:pt x="400153" y="126999"/>
                    </a:lnTo>
                    <a:lnTo>
                      <a:pt x="399375" y="124459"/>
                    </a:lnTo>
                    <a:lnTo>
                      <a:pt x="396602" y="121919"/>
                    </a:lnTo>
                    <a:lnTo>
                      <a:pt x="359885" y="121919"/>
                    </a:lnTo>
                    <a:lnTo>
                      <a:pt x="359106" y="11937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43568" y="2171399"/>
            <a:ext cx="790162" cy="7732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88444" y="2259902"/>
            <a:ext cx="847478" cy="86126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10660904" y="406786"/>
            <a:ext cx="1086595" cy="45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6" y="0"/>
                </a:moveTo>
                <a:lnTo>
                  <a:pt x="0" y="0"/>
                </a:lnTo>
                <a:lnTo>
                  <a:pt x="0" y="1265396"/>
                </a:lnTo>
                <a:lnTo>
                  <a:pt x="62027" y="1251419"/>
                </a:lnTo>
                <a:lnTo>
                  <a:pt x="105890" y="1239025"/>
                </a:lnTo>
                <a:lnTo>
                  <a:pt x="148989" y="1224878"/>
                </a:lnTo>
                <a:lnTo>
                  <a:pt x="191282" y="1209019"/>
                </a:lnTo>
                <a:lnTo>
                  <a:pt x="232727" y="1191490"/>
                </a:lnTo>
                <a:lnTo>
                  <a:pt x="273285" y="1172332"/>
                </a:lnTo>
                <a:lnTo>
                  <a:pt x="312913" y="1151585"/>
                </a:lnTo>
                <a:lnTo>
                  <a:pt x="351570" y="1129292"/>
                </a:lnTo>
                <a:lnTo>
                  <a:pt x="389215" y="1105493"/>
                </a:lnTo>
                <a:lnTo>
                  <a:pt x="425808" y="1080229"/>
                </a:lnTo>
                <a:lnTo>
                  <a:pt x="461306" y="1053542"/>
                </a:lnTo>
                <a:lnTo>
                  <a:pt x="495669" y="1025473"/>
                </a:lnTo>
                <a:lnTo>
                  <a:pt x="528856" y="996063"/>
                </a:lnTo>
                <a:lnTo>
                  <a:pt x="560825" y="965352"/>
                </a:lnTo>
                <a:lnTo>
                  <a:pt x="591535" y="933383"/>
                </a:lnTo>
                <a:lnTo>
                  <a:pt x="620946" y="900197"/>
                </a:lnTo>
                <a:lnTo>
                  <a:pt x="649015" y="865834"/>
                </a:lnTo>
                <a:lnTo>
                  <a:pt x="675702" y="830335"/>
                </a:lnTo>
                <a:lnTo>
                  <a:pt x="700966" y="793743"/>
                </a:lnTo>
                <a:lnTo>
                  <a:pt x="724765" y="756097"/>
                </a:lnTo>
                <a:lnTo>
                  <a:pt x="747058" y="717440"/>
                </a:lnTo>
                <a:lnTo>
                  <a:pt x="767804" y="677812"/>
                </a:lnTo>
                <a:lnTo>
                  <a:pt x="786963" y="637255"/>
                </a:lnTo>
                <a:lnTo>
                  <a:pt x="804492" y="595809"/>
                </a:lnTo>
                <a:lnTo>
                  <a:pt x="820350" y="553516"/>
                </a:lnTo>
                <a:lnTo>
                  <a:pt x="834497" y="510417"/>
                </a:lnTo>
                <a:lnTo>
                  <a:pt x="846892" y="466554"/>
                </a:lnTo>
                <a:lnTo>
                  <a:pt x="857492" y="421967"/>
                </a:lnTo>
                <a:lnTo>
                  <a:pt x="866258" y="376697"/>
                </a:lnTo>
                <a:lnTo>
                  <a:pt x="873147" y="330786"/>
                </a:lnTo>
                <a:lnTo>
                  <a:pt x="878119" y="284275"/>
                </a:lnTo>
                <a:lnTo>
                  <a:pt x="881132" y="237205"/>
                </a:lnTo>
                <a:lnTo>
                  <a:pt x="882145" y="189617"/>
                </a:lnTo>
                <a:lnTo>
                  <a:pt x="881132" y="142028"/>
                </a:lnTo>
                <a:lnTo>
                  <a:pt x="878119" y="94958"/>
                </a:lnTo>
                <a:lnTo>
                  <a:pt x="873147" y="48447"/>
                </a:lnTo>
                <a:lnTo>
                  <a:pt x="866258" y="2536"/>
                </a:lnTo>
                <a:lnTo>
                  <a:pt x="86576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46986" y="943664"/>
            <a:ext cx="5593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Departments Covered</a:t>
            </a:r>
            <a:endParaRPr lang="en-US" sz="2800" dirty="0">
              <a:solidFill>
                <a:srgbClr val="62C09E"/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756459846"/>
              </p:ext>
            </p:extLst>
          </p:nvPr>
        </p:nvGraphicFramePr>
        <p:xfrm>
          <a:off x="692150" y="1635125"/>
          <a:ext cx="7564005" cy="311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950" y="-8948"/>
            <a:ext cx="3349509" cy="662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6" y="0"/>
                </a:moveTo>
                <a:lnTo>
                  <a:pt x="0" y="0"/>
                </a:lnTo>
                <a:lnTo>
                  <a:pt x="0" y="1265396"/>
                </a:lnTo>
                <a:lnTo>
                  <a:pt x="62027" y="1251419"/>
                </a:lnTo>
                <a:lnTo>
                  <a:pt x="105890" y="1239025"/>
                </a:lnTo>
                <a:lnTo>
                  <a:pt x="148989" y="1224878"/>
                </a:lnTo>
                <a:lnTo>
                  <a:pt x="191282" y="1209019"/>
                </a:lnTo>
                <a:lnTo>
                  <a:pt x="232727" y="1191490"/>
                </a:lnTo>
                <a:lnTo>
                  <a:pt x="273285" y="1172332"/>
                </a:lnTo>
                <a:lnTo>
                  <a:pt x="312913" y="1151585"/>
                </a:lnTo>
                <a:lnTo>
                  <a:pt x="351570" y="1129292"/>
                </a:lnTo>
                <a:lnTo>
                  <a:pt x="389215" y="1105493"/>
                </a:lnTo>
                <a:lnTo>
                  <a:pt x="425808" y="1080229"/>
                </a:lnTo>
                <a:lnTo>
                  <a:pt x="461306" y="1053542"/>
                </a:lnTo>
                <a:lnTo>
                  <a:pt x="495669" y="1025473"/>
                </a:lnTo>
                <a:lnTo>
                  <a:pt x="528856" y="996063"/>
                </a:lnTo>
                <a:lnTo>
                  <a:pt x="560825" y="965352"/>
                </a:lnTo>
                <a:lnTo>
                  <a:pt x="591535" y="933383"/>
                </a:lnTo>
                <a:lnTo>
                  <a:pt x="620946" y="900197"/>
                </a:lnTo>
                <a:lnTo>
                  <a:pt x="649015" y="865834"/>
                </a:lnTo>
                <a:lnTo>
                  <a:pt x="675702" y="830335"/>
                </a:lnTo>
                <a:lnTo>
                  <a:pt x="700966" y="793743"/>
                </a:lnTo>
                <a:lnTo>
                  <a:pt x="724765" y="756097"/>
                </a:lnTo>
                <a:lnTo>
                  <a:pt x="747058" y="717440"/>
                </a:lnTo>
                <a:lnTo>
                  <a:pt x="767804" y="677812"/>
                </a:lnTo>
                <a:lnTo>
                  <a:pt x="786963" y="637255"/>
                </a:lnTo>
                <a:lnTo>
                  <a:pt x="804492" y="595809"/>
                </a:lnTo>
                <a:lnTo>
                  <a:pt x="820350" y="553516"/>
                </a:lnTo>
                <a:lnTo>
                  <a:pt x="834497" y="510417"/>
                </a:lnTo>
                <a:lnTo>
                  <a:pt x="846892" y="466554"/>
                </a:lnTo>
                <a:lnTo>
                  <a:pt x="857492" y="421967"/>
                </a:lnTo>
                <a:lnTo>
                  <a:pt x="866258" y="376697"/>
                </a:lnTo>
                <a:lnTo>
                  <a:pt x="873147" y="330786"/>
                </a:lnTo>
                <a:lnTo>
                  <a:pt x="878119" y="284275"/>
                </a:lnTo>
                <a:lnTo>
                  <a:pt x="881132" y="237205"/>
                </a:lnTo>
                <a:lnTo>
                  <a:pt x="882145" y="189617"/>
                </a:lnTo>
                <a:lnTo>
                  <a:pt x="881132" y="142028"/>
                </a:lnTo>
                <a:lnTo>
                  <a:pt x="878119" y="94958"/>
                </a:lnTo>
                <a:lnTo>
                  <a:pt x="873147" y="48447"/>
                </a:lnTo>
                <a:lnTo>
                  <a:pt x="866258" y="2536"/>
                </a:lnTo>
                <a:lnTo>
                  <a:pt x="86576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650" y="765715"/>
            <a:ext cx="5593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Services Covered</a:t>
            </a:r>
            <a:endParaRPr lang="en-US" sz="2800" dirty="0">
              <a:solidFill>
                <a:srgbClr val="62C09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" y="1482725"/>
            <a:ext cx="6311900" cy="144655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 the Service of each department is covered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Like For UC Services.</a:t>
            </a: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</a:p>
          <a:p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7076015"/>
              </p:ext>
            </p:extLst>
          </p:nvPr>
        </p:nvGraphicFramePr>
        <p:xfrm>
          <a:off x="1498600" y="2625725"/>
          <a:ext cx="6616700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550" y="187325"/>
            <a:ext cx="3124570" cy="6283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749925"/>
            <a:ext cx="772387" cy="457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82336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6" y="0"/>
                </a:moveTo>
                <a:lnTo>
                  <a:pt x="0" y="0"/>
                </a:lnTo>
                <a:lnTo>
                  <a:pt x="0" y="1265396"/>
                </a:lnTo>
                <a:lnTo>
                  <a:pt x="62027" y="1251419"/>
                </a:lnTo>
                <a:lnTo>
                  <a:pt x="105890" y="1239025"/>
                </a:lnTo>
                <a:lnTo>
                  <a:pt x="148989" y="1224878"/>
                </a:lnTo>
                <a:lnTo>
                  <a:pt x="191282" y="1209019"/>
                </a:lnTo>
                <a:lnTo>
                  <a:pt x="232727" y="1191490"/>
                </a:lnTo>
                <a:lnTo>
                  <a:pt x="273285" y="1172332"/>
                </a:lnTo>
                <a:lnTo>
                  <a:pt x="312913" y="1151585"/>
                </a:lnTo>
                <a:lnTo>
                  <a:pt x="351570" y="1129292"/>
                </a:lnTo>
                <a:lnTo>
                  <a:pt x="389215" y="1105493"/>
                </a:lnTo>
                <a:lnTo>
                  <a:pt x="425808" y="1080229"/>
                </a:lnTo>
                <a:lnTo>
                  <a:pt x="461306" y="1053542"/>
                </a:lnTo>
                <a:lnTo>
                  <a:pt x="495669" y="1025473"/>
                </a:lnTo>
                <a:lnTo>
                  <a:pt x="528856" y="996063"/>
                </a:lnTo>
                <a:lnTo>
                  <a:pt x="560825" y="965352"/>
                </a:lnTo>
                <a:lnTo>
                  <a:pt x="591535" y="933383"/>
                </a:lnTo>
                <a:lnTo>
                  <a:pt x="620946" y="900197"/>
                </a:lnTo>
                <a:lnTo>
                  <a:pt x="649015" y="865834"/>
                </a:lnTo>
                <a:lnTo>
                  <a:pt x="675702" y="830335"/>
                </a:lnTo>
                <a:lnTo>
                  <a:pt x="700966" y="793743"/>
                </a:lnTo>
                <a:lnTo>
                  <a:pt x="724765" y="756097"/>
                </a:lnTo>
                <a:lnTo>
                  <a:pt x="747058" y="717440"/>
                </a:lnTo>
                <a:lnTo>
                  <a:pt x="767804" y="677812"/>
                </a:lnTo>
                <a:lnTo>
                  <a:pt x="786963" y="637255"/>
                </a:lnTo>
                <a:lnTo>
                  <a:pt x="804492" y="595809"/>
                </a:lnTo>
                <a:lnTo>
                  <a:pt x="820350" y="553516"/>
                </a:lnTo>
                <a:lnTo>
                  <a:pt x="834497" y="510417"/>
                </a:lnTo>
                <a:lnTo>
                  <a:pt x="846892" y="466554"/>
                </a:lnTo>
                <a:lnTo>
                  <a:pt x="857492" y="421967"/>
                </a:lnTo>
                <a:lnTo>
                  <a:pt x="866258" y="376697"/>
                </a:lnTo>
                <a:lnTo>
                  <a:pt x="873147" y="330786"/>
                </a:lnTo>
                <a:lnTo>
                  <a:pt x="878119" y="284275"/>
                </a:lnTo>
                <a:lnTo>
                  <a:pt x="881132" y="237205"/>
                </a:lnTo>
                <a:lnTo>
                  <a:pt x="882145" y="189617"/>
                </a:lnTo>
                <a:lnTo>
                  <a:pt x="881132" y="142028"/>
                </a:lnTo>
                <a:lnTo>
                  <a:pt x="878119" y="94958"/>
                </a:lnTo>
                <a:lnTo>
                  <a:pt x="873147" y="48447"/>
                </a:lnTo>
                <a:lnTo>
                  <a:pt x="866258" y="2536"/>
                </a:lnTo>
                <a:lnTo>
                  <a:pt x="86576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9745" y="912237"/>
            <a:ext cx="5593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Check Application Status </a:t>
            </a:r>
            <a:endParaRPr lang="en-US" sz="2800" dirty="0">
              <a:solidFill>
                <a:srgbClr val="62C09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9331" y="1787525"/>
            <a:ext cx="6311900" cy="110799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Citizen can also check his/her application status either 	</a:t>
            </a:r>
          </a:p>
          <a:p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248" y="187325"/>
            <a:ext cx="3121173" cy="6283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749925"/>
            <a:ext cx="772387" cy="457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40191573"/>
              </p:ext>
            </p:extLst>
          </p:nvPr>
        </p:nvGraphicFramePr>
        <p:xfrm>
          <a:off x="1377950" y="3235325"/>
          <a:ext cx="6289386" cy="1412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2654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6" y="0"/>
                </a:moveTo>
                <a:lnTo>
                  <a:pt x="0" y="0"/>
                </a:lnTo>
                <a:lnTo>
                  <a:pt x="0" y="1265396"/>
                </a:lnTo>
                <a:lnTo>
                  <a:pt x="62027" y="1251419"/>
                </a:lnTo>
                <a:lnTo>
                  <a:pt x="105890" y="1239025"/>
                </a:lnTo>
                <a:lnTo>
                  <a:pt x="148989" y="1224878"/>
                </a:lnTo>
                <a:lnTo>
                  <a:pt x="191282" y="1209019"/>
                </a:lnTo>
                <a:lnTo>
                  <a:pt x="232727" y="1191490"/>
                </a:lnTo>
                <a:lnTo>
                  <a:pt x="273285" y="1172332"/>
                </a:lnTo>
                <a:lnTo>
                  <a:pt x="312913" y="1151585"/>
                </a:lnTo>
                <a:lnTo>
                  <a:pt x="351570" y="1129292"/>
                </a:lnTo>
                <a:lnTo>
                  <a:pt x="389215" y="1105493"/>
                </a:lnTo>
                <a:lnTo>
                  <a:pt x="425808" y="1080229"/>
                </a:lnTo>
                <a:lnTo>
                  <a:pt x="461306" y="1053542"/>
                </a:lnTo>
                <a:lnTo>
                  <a:pt x="495669" y="1025473"/>
                </a:lnTo>
                <a:lnTo>
                  <a:pt x="528856" y="996063"/>
                </a:lnTo>
                <a:lnTo>
                  <a:pt x="560825" y="965352"/>
                </a:lnTo>
                <a:lnTo>
                  <a:pt x="591535" y="933383"/>
                </a:lnTo>
                <a:lnTo>
                  <a:pt x="620946" y="900197"/>
                </a:lnTo>
                <a:lnTo>
                  <a:pt x="649015" y="865834"/>
                </a:lnTo>
                <a:lnTo>
                  <a:pt x="675702" y="830335"/>
                </a:lnTo>
                <a:lnTo>
                  <a:pt x="700966" y="793743"/>
                </a:lnTo>
                <a:lnTo>
                  <a:pt x="724765" y="756097"/>
                </a:lnTo>
                <a:lnTo>
                  <a:pt x="747058" y="717440"/>
                </a:lnTo>
                <a:lnTo>
                  <a:pt x="767804" y="677812"/>
                </a:lnTo>
                <a:lnTo>
                  <a:pt x="786963" y="637255"/>
                </a:lnTo>
                <a:lnTo>
                  <a:pt x="804492" y="595809"/>
                </a:lnTo>
                <a:lnTo>
                  <a:pt x="820350" y="553516"/>
                </a:lnTo>
                <a:lnTo>
                  <a:pt x="834497" y="510417"/>
                </a:lnTo>
                <a:lnTo>
                  <a:pt x="846892" y="466554"/>
                </a:lnTo>
                <a:lnTo>
                  <a:pt x="857492" y="421967"/>
                </a:lnTo>
                <a:lnTo>
                  <a:pt x="866258" y="376697"/>
                </a:lnTo>
                <a:lnTo>
                  <a:pt x="873147" y="330786"/>
                </a:lnTo>
                <a:lnTo>
                  <a:pt x="878119" y="284275"/>
                </a:lnTo>
                <a:lnTo>
                  <a:pt x="881132" y="237205"/>
                </a:lnTo>
                <a:lnTo>
                  <a:pt x="882145" y="189617"/>
                </a:lnTo>
                <a:lnTo>
                  <a:pt x="881132" y="142028"/>
                </a:lnTo>
                <a:lnTo>
                  <a:pt x="878119" y="94958"/>
                </a:lnTo>
                <a:lnTo>
                  <a:pt x="873147" y="48447"/>
                </a:lnTo>
                <a:lnTo>
                  <a:pt x="866258" y="2536"/>
                </a:lnTo>
                <a:lnTo>
                  <a:pt x="865766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9745" y="912237"/>
            <a:ext cx="5593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Employee App Features</a:t>
            </a:r>
            <a:endParaRPr lang="en-US" sz="2800" dirty="0">
              <a:solidFill>
                <a:srgbClr val="62C09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" y="1480801"/>
            <a:ext cx="6311900" cy="381642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Notifications:</a:t>
            </a:r>
          </a:p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Alerts for new service requests.</a:t>
            </a:r>
          </a:p>
          <a:p>
            <a:endParaRPr lang="en-US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Pending Applications: </a:t>
            </a:r>
          </a:p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Highlighted in red for immediate attention.</a:t>
            </a:r>
          </a:p>
          <a:p>
            <a:endParaRPr lang="en-US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Application Management: Easy access to assigned requests.</a:t>
            </a:r>
          </a:p>
          <a:p>
            <a:endParaRPr lang="en-US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Service Delivery: Options to mark services as completed.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749925"/>
            <a:ext cx="772387" cy="457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06758847"/>
              </p:ext>
            </p:extLst>
          </p:nvPr>
        </p:nvGraphicFramePr>
        <p:xfrm>
          <a:off x="6443309" y="679131"/>
          <a:ext cx="4993041" cy="4384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27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2650" cy="1265555"/>
          </a:xfrm>
          <a:custGeom>
            <a:avLst/>
            <a:gdLst/>
            <a:ahLst/>
            <a:cxnLst/>
            <a:rect l="l" t="t" r="r" b="b"/>
            <a:pathLst>
              <a:path w="882650" h="1265555">
                <a:moveTo>
                  <a:pt x="865767" y="0"/>
                </a:moveTo>
                <a:lnTo>
                  <a:pt x="0" y="0"/>
                </a:lnTo>
                <a:lnTo>
                  <a:pt x="0" y="1265395"/>
                </a:lnTo>
                <a:lnTo>
                  <a:pt x="62027" y="1251417"/>
                </a:lnTo>
                <a:lnTo>
                  <a:pt x="105890" y="1239023"/>
                </a:lnTo>
                <a:lnTo>
                  <a:pt x="148989" y="1224876"/>
                </a:lnTo>
                <a:lnTo>
                  <a:pt x="191282" y="1209017"/>
                </a:lnTo>
                <a:lnTo>
                  <a:pt x="232727" y="1191488"/>
                </a:lnTo>
                <a:lnTo>
                  <a:pt x="273285" y="1172330"/>
                </a:lnTo>
                <a:lnTo>
                  <a:pt x="312913" y="1151584"/>
                </a:lnTo>
                <a:lnTo>
                  <a:pt x="351570" y="1129290"/>
                </a:lnTo>
                <a:lnTo>
                  <a:pt x="389215" y="1105491"/>
                </a:lnTo>
                <a:lnTo>
                  <a:pt x="425808" y="1080228"/>
                </a:lnTo>
                <a:lnTo>
                  <a:pt x="461306" y="1053541"/>
                </a:lnTo>
                <a:lnTo>
                  <a:pt x="495669" y="1025471"/>
                </a:lnTo>
                <a:lnTo>
                  <a:pt x="528856" y="996061"/>
                </a:lnTo>
                <a:lnTo>
                  <a:pt x="560825" y="965351"/>
                </a:lnTo>
                <a:lnTo>
                  <a:pt x="591535" y="933382"/>
                </a:lnTo>
                <a:lnTo>
                  <a:pt x="620946" y="900195"/>
                </a:lnTo>
                <a:lnTo>
                  <a:pt x="649015" y="865832"/>
                </a:lnTo>
                <a:lnTo>
                  <a:pt x="675702" y="830334"/>
                </a:lnTo>
                <a:lnTo>
                  <a:pt x="700966" y="793741"/>
                </a:lnTo>
                <a:lnTo>
                  <a:pt x="724765" y="756096"/>
                </a:lnTo>
                <a:lnTo>
                  <a:pt x="747058" y="717438"/>
                </a:lnTo>
                <a:lnTo>
                  <a:pt x="767804" y="677810"/>
                </a:lnTo>
                <a:lnTo>
                  <a:pt x="786963" y="637253"/>
                </a:lnTo>
                <a:lnTo>
                  <a:pt x="804492" y="595807"/>
                </a:lnTo>
                <a:lnTo>
                  <a:pt x="820350" y="553515"/>
                </a:lnTo>
                <a:lnTo>
                  <a:pt x="834497" y="510416"/>
                </a:lnTo>
                <a:lnTo>
                  <a:pt x="846892" y="466552"/>
                </a:lnTo>
                <a:lnTo>
                  <a:pt x="857492" y="421965"/>
                </a:lnTo>
                <a:lnTo>
                  <a:pt x="866258" y="376695"/>
                </a:lnTo>
                <a:lnTo>
                  <a:pt x="873147" y="330784"/>
                </a:lnTo>
                <a:lnTo>
                  <a:pt x="878119" y="284273"/>
                </a:lnTo>
                <a:lnTo>
                  <a:pt x="881132" y="237203"/>
                </a:lnTo>
                <a:lnTo>
                  <a:pt x="882145" y="189615"/>
                </a:lnTo>
                <a:lnTo>
                  <a:pt x="881132" y="142027"/>
                </a:lnTo>
                <a:lnTo>
                  <a:pt x="878119" y="94957"/>
                </a:lnTo>
                <a:lnTo>
                  <a:pt x="873147" y="48446"/>
                </a:lnTo>
                <a:lnTo>
                  <a:pt x="866258" y="2535"/>
                </a:lnTo>
                <a:lnTo>
                  <a:pt x="865767" y="0"/>
                </a:lnTo>
                <a:close/>
              </a:path>
            </a:pathLst>
          </a:custGeom>
          <a:solidFill>
            <a:srgbClr val="62C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350" y="2549525"/>
            <a:ext cx="4099929" cy="42012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053" y="2494211"/>
            <a:ext cx="5969524" cy="3779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2650" y="1003945"/>
            <a:ext cx="758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2C09E"/>
                </a:solidFill>
              </a:rPr>
              <a:t>24/7 Availability &amp; Accessibility of Services</a:t>
            </a:r>
            <a:endParaRPr lang="en-US" sz="2800" dirty="0">
              <a:solidFill>
                <a:srgbClr val="62C09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6273394"/>
            <a:ext cx="1086595" cy="45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412</Words>
  <Application>Microsoft Office PowerPoint</Application>
  <PresentationFormat>Custom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Adnan Shaheen</cp:lastModifiedBy>
  <cp:revision>45</cp:revision>
  <dcterms:created xsi:type="dcterms:W3CDTF">2025-02-02T20:34:22Z</dcterms:created>
  <dcterms:modified xsi:type="dcterms:W3CDTF">2026-04-13T04:11:54Z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2025-02-02T00:00:00Z</vt:filetime>
  </property>
  <property fmtid="{D5CDD505-2E9C-101B-9397-08002B2CF9AE}" pid="3" name="LastSaved">
    <vt:filetime>2025-02-02T00:00:00Z</vt:filetime>
  </property>
  <property fmtid="{D5CDD505-2E9C-101B-9397-08002B2CF9AE}" pid="4" name="Producer">
    <vt:lpwstr>iLovePDF</vt:lpwstr>
  </property>
</Properties>
</file>